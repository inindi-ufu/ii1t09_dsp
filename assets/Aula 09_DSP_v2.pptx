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368" r:id="rId2"/>
    <p:sldId id="371" r:id="rId3"/>
    <p:sldId id="415" r:id="rId4"/>
    <p:sldId id="416" r:id="rId5"/>
    <p:sldId id="417" r:id="rId6"/>
    <p:sldId id="418" r:id="rId7"/>
    <p:sldId id="419" r:id="rId8"/>
    <p:sldId id="420" r:id="rId9"/>
    <p:sldId id="421" r:id="rId10"/>
    <p:sldId id="422" r:id="rId11"/>
    <p:sldId id="423" r:id="rId12"/>
    <p:sldId id="424" r:id="rId13"/>
    <p:sldId id="426" r:id="rId14"/>
    <p:sldId id="427" r:id="rId15"/>
    <p:sldId id="428" r:id="rId16"/>
    <p:sldId id="429" r:id="rId17"/>
    <p:sldId id="430" r:id="rId18"/>
    <p:sldId id="431" r:id="rId19"/>
    <p:sldId id="432" r:id="rId20"/>
    <p:sldId id="433" r:id="rId21"/>
    <p:sldId id="434" r:id="rId22"/>
    <p:sldId id="435" r:id="rId23"/>
    <p:sldId id="436" r:id="rId24"/>
    <p:sldId id="437" r:id="rId25"/>
    <p:sldId id="438" r:id="rId26"/>
    <p:sldId id="439" r:id="rId27"/>
    <p:sldId id="440" r:id="rId28"/>
    <p:sldId id="441" r:id="rId29"/>
    <p:sldId id="442" r:id="rId30"/>
    <p:sldId id="443" r:id="rId31"/>
    <p:sldId id="444" r:id="rId32"/>
    <p:sldId id="445" r:id="rId33"/>
    <p:sldId id="446" r:id="rId34"/>
    <p:sldId id="447" r:id="rId35"/>
    <p:sldId id="448" r:id="rId36"/>
    <p:sldId id="449" r:id="rId37"/>
    <p:sldId id="450" r:id="rId38"/>
    <p:sldId id="451" r:id="rId39"/>
    <p:sldId id="452" r:id="rId40"/>
    <p:sldId id="453" r:id="rId41"/>
    <p:sldId id="454" r:id="rId42"/>
    <p:sldId id="455" r:id="rId43"/>
    <p:sldId id="456" r:id="rId44"/>
    <p:sldId id="457" r:id="rId45"/>
    <p:sldId id="458" r:id="rId4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0524AF-B05D-487E-A124-ADF0475586B0}" v="3" dt="2026-05-09T22:14:05.6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02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ué Silva de Morais" userId="f406c2cd-edfc-4057-be10-75858098c663" providerId="ADAL" clId="{A1824FC7-00A9-4708-B7FB-71BF84356830}"/>
    <pc:docChg chg="undo custSel addSld delSld modSld addMainMaster delMainMaster">
      <pc:chgData name="Josué Silva de Morais" userId="f406c2cd-edfc-4057-be10-75858098c663" providerId="ADAL" clId="{A1824FC7-00A9-4708-B7FB-71BF84356830}" dt="2026-05-09T22:18:25.460" v="540" actId="1076"/>
      <pc:docMkLst>
        <pc:docMk/>
      </pc:docMkLst>
      <pc:sldChg chg="modSp del mod modClrScheme chgLayout">
        <pc:chgData name="Josué Silva de Morais" userId="f406c2cd-edfc-4057-be10-75858098c663" providerId="ADAL" clId="{A1824FC7-00A9-4708-B7FB-71BF84356830}" dt="2026-05-09T19:35:46.354" v="43"/>
        <pc:sldMkLst>
          <pc:docMk/>
          <pc:sldMk cId="1400075128" sldId="262"/>
        </pc:sldMkLst>
        <pc:spChg chg="mod ord">
          <ac:chgData name="Josué Silva de Morais" userId="f406c2cd-edfc-4057-be10-75858098c663" providerId="ADAL" clId="{A1824FC7-00A9-4708-B7FB-71BF84356830}" dt="2026-05-09T19:33:40.869" v="2"/>
          <ac:spMkLst>
            <pc:docMk/>
            <pc:sldMk cId="1400075128" sldId="262"/>
            <ac:spMk id="2" creationId="{C818AE7F-DBE4-540F-9FDE-8CD670193F2C}"/>
          </ac:spMkLst>
        </pc:spChg>
        <pc:spChg chg="mod ord">
          <ac:chgData name="Josué Silva de Morais" userId="f406c2cd-edfc-4057-be10-75858098c663" providerId="ADAL" clId="{A1824FC7-00A9-4708-B7FB-71BF84356830}" dt="2026-05-09T19:33:40.869" v="2"/>
          <ac:spMkLst>
            <pc:docMk/>
            <pc:sldMk cId="1400075128" sldId="262"/>
            <ac:spMk id="3" creationId="{66AA730F-BAA9-E028-F85B-CA81FB4E9581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5:49.933" v="45"/>
        <pc:sldMkLst>
          <pc:docMk/>
          <pc:sldMk cId="1011182480" sldId="263"/>
        </pc:sldMkLst>
        <pc:spChg chg="mod ord">
          <ac:chgData name="Josué Silva de Morais" userId="f406c2cd-edfc-4057-be10-75858098c663" providerId="ADAL" clId="{A1824FC7-00A9-4708-B7FB-71BF84356830}" dt="2026-05-09T19:33:40.872" v="3"/>
          <ac:spMkLst>
            <pc:docMk/>
            <pc:sldMk cId="1011182480" sldId="263"/>
            <ac:spMk id="2" creationId="{CB20DF5B-4CC2-2327-0F9F-B44856E7591B}"/>
          </ac:spMkLst>
        </pc:spChg>
        <pc:spChg chg="mod ord">
          <ac:chgData name="Josué Silva de Morais" userId="f406c2cd-edfc-4057-be10-75858098c663" providerId="ADAL" clId="{A1824FC7-00A9-4708-B7FB-71BF84356830}" dt="2026-05-09T19:33:40.872" v="3"/>
          <ac:spMkLst>
            <pc:docMk/>
            <pc:sldMk cId="1011182480" sldId="263"/>
            <ac:spMk id="3" creationId="{31934AE5-3505-6396-7809-9D4E811F477C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5:53.883" v="47"/>
        <pc:sldMkLst>
          <pc:docMk/>
          <pc:sldMk cId="707239234" sldId="264"/>
        </pc:sldMkLst>
        <pc:spChg chg="mod ord">
          <ac:chgData name="Josué Silva de Morais" userId="f406c2cd-edfc-4057-be10-75858098c663" providerId="ADAL" clId="{A1824FC7-00A9-4708-B7FB-71BF84356830}" dt="2026-05-09T19:33:40.875" v="4"/>
          <ac:spMkLst>
            <pc:docMk/>
            <pc:sldMk cId="707239234" sldId="264"/>
            <ac:spMk id="2" creationId="{358D91A1-2D72-889D-3220-4600B00FD4F2}"/>
          </ac:spMkLst>
        </pc:spChg>
        <pc:spChg chg="mod ord">
          <ac:chgData name="Josué Silva de Morais" userId="f406c2cd-edfc-4057-be10-75858098c663" providerId="ADAL" clId="{A1824FC7-00A9-4708-B7FB-71BF84356830}" dt="2026-05-09T19:33:40.875" v="4"/>
          <ac:spMkLst>
            <pc:docMk/>
            <pc:sldMk cId="707239234" sldId="264"/>
            <ac:spMk id="3" creationId="{837CD4BE-D8B1-D87D-3DC6-6E684F91F6C1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5:58.252" v="49"/>
        <pc:sldMkLst>
          <pc:docMk/>
          <pc:sldMk cId="2568793851" sldId="265"/>
        </pc:sldMkLst>
        <pc:spChg chg="mod ord">
          <ac:chgData name="Josué Silva de Morais" userId="f406c2cd-edfc-4057-be10-75858098c663" providerId="ADAL" clId="{A1824FC7-00A9-4708-B7FB-71BF84356830}" dt="2026-05-09T19:33:40.879" v="5"/>
          <ac:spMkLst>
            <pc:docMk/>
            <pc:sldMk cId="2568793851" sldId="265"/>
            <ac:spMk id="2" creationId="{03A98FB8-9732-6941-18FD-BABCC65B24FF}"/>
          </ac:spMkLst>
        </pc:spChg>
        <pc:spChg chg="mod ord">
          <ac:chgData name="Josué Silva de Morais" userId="f406c2cd-edfc-4057-be10-75858098c663" providerId="ADAL" clId="{A1824FC7-00A9-4708-B7FB-71BF84356830}" dt="2026-05-09T19:33:40.879" v="5"/>
          <ac:spMkLst>
            <pc:docMk/>
            <pc:sldMk cId="2568793851" sldId="265"/>
            <ac:spMk id="3" creationId="{729D0C34-9ABB-2D37-9604-AAE2ACD5A007}"/>
          </ac:spMkLst>
        </pc:spChg>
        <pc:spChg chg="mod ord">
          <ac:chgData name="Josué Silva de Morais" userId="f406c2cd-edfc-4057-be10-75858098c663" providerId="ADAL" clId="{A1824FC7-00A9-4708-B7FB-71BF84356830}" dt="2026-05-09T19:33:40.879" v="5"/>
          <ac:spMkLst>
            <pc:docMk/>
            <pc:sldMk cId="2568793851" sldId="265"/>
            <ac:spMk id="4" creationId="{69A1207F-876E-D15D-2391-DDF13B12DA8E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02.450" v="51"/>
        <pc:sldMkLst>
          <pc:docMk/>
          <pc:sldMk cId="45326665" sldId="271"/>
        </pc:sldMkLst>
        <pc:spChg chg="mod ord">
          <ac:chgData name="Josué Silva de Morais" userId="f406c2cd-edfc-4057-be10-75858098c663" providerId="ADAL" clId="{A1824FC7-00A9-4708-B7FB-71BF84356830}" dt="2026-05-09T19:33:40.883" v="6"/>
          <ac:spMkLst>
            <pc:docMk/>
            <pc:sldMk cId="45326665" sldId="271"/>
            <ac:spMk id="2" creationId="{7FBF6585-3B2A-2CCC-2470-35A0E2B42D91}"/>
          </ac:spMkLst>
        </pc:spChg>
        <pc:spChg chg="mod ord">
          <ac:chgData name="Josué Silva de Morais" userId="f406c2cd-edfc-4057-be10-75858098c663" providerId="ADAL" clId="{A1824FC7-00A9-4708-B7FB-71BF84356830}" dt="2026-05-09T19:33:40.883" v="6"/>
          <ac:spMkLst>
            <pc:docMk/>
            <pc:sldMk cId="45326665" sldId="271"/>
            <ac:spMk id="3" creationId="{8BBE0B17-3124-047B-5869-11D425CE017C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06.754" v="53"/>
        <pc:sldMkLst>
          <pc:docMk/>
          <pc:sldMk cId="4128478784" sldId="272"/>
        </pc:sldMkLst>
        <pc:spChg chg="mod ord">
          <ac:chgData name="Josué Silva de Morais" userId="f406c2cd-edfc-4057-be10-75858098c663" providerId="ADAL" clId="{A1824FC7-00A9-4708-B7FB-71BF84356830}" dt="2026-05-09T19:33:40.886" v="7"/>
          <ac:spMkLst>
            <pc:docMk/>
            <pc:sldMk cId="4128478784" sldId="272"/>
            <ac:spMk id="2" creationId="{754F215E-0235-F5E3-8B4D-46AABA2F0EDC}"/>
          </ac:spMkLst>
        </pc:spChg>
        <pc:spChg chg="mod ord">
          <ac:chgData name="Josué Silva de Morais" userId="f406c2cd-edfc-4057-be10-75858098c663" providerId="ADAL" clId="{A1824FC7-00A9-4708-B7FB-71BF84356830}" dt="2026-05-09T19:33:40.886" v="7"/>
          <ac:spMkLst>
            <pc:docMk/>
            <pc:sldMk cId="4128478784" sldId="272"/>
            <ac:spMk id="3" creationId="{3A8B053B-7318-9914-3C1F-660AA0A148ED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10.917" v="55"/>
        <pc:sldMkLst>
          <pc:docMk/>
          <pc:sldMk cId="2314607422" sldId="273"/>
        </pc:sldMkLst>
        <pc:spChg chg="mod ord">
          <ac:chgData name="Josué Silva de Morais" userId="f406c2cd-edfc-4057-be10-75858098c663" providerId="ADAL" clId="{A1824FC7-00A9-4708-B7FB-71BF84356830}" dt="2026-05-09T19:33:40.889" v="8"/>
          <ac:spMkLst>
            <pc:docMk/>
            <pc:sldMk cId="2314607422" sldId="273"/>
            <ac:spMk id="2" creationId="{ED3FFE09-8E6B-33ED-EE9E-E88DA4DEEB21}"/>
          </ac:spMkLst>
        </pc:spChg>
        <pc:spChg chg="mod ord">
          <ac:chgData name="Josué Silva de Morais" userId="f406c2cd-edfc-4057-be10-75858098c663" providerId="ADAL" clId="{A1824FC7-00A9-4708-B7FB-71BF84356830}" dt="2026-05-09T19:33:40.889" v="8"/>
          <ac:spMkLst>
            <pc:docMk/>
            <pc:sldMk cId="2314607422" sldId="273"/>
            <ac:spMk id="3" creationId="{FEAC4D03-6E09-B9AD-48D4-807A4809716E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18.853" v="57"/>
        <pc:sldMkLst>
          <pc:docMk/>
          <pc:sldMk cId="493877801" sldId="274"/>
        </pc:sldMkLst>
        <pc:spChg chg="mod ord">
          <ac:chgData name="Josué Silva de Morais" userId="f406c2cd-edfc-4057-be10-75858098c663" providerId="ADAL" clId="{A1824FC7-00A9-4708-B7FB-71BF84356830}" dt="2026-05-09T19:33:40.891" v="9"/>
          <ac:spMkLst>
            <pc:docMk/>
            <pc:sldMk cId="493877801" sldId="274"/>
            <ac:spMk id="2" creationId="{B1286C2D-A7C1-6505-A00E-AE0C4422B67F}"/>
          </ac:spMkLst>
        </pc:spChg>
        <pc:spChg chg="mod ord">
          <ac:chgData name="Josué Silva de Morais" userId="f406c2cd-edfc-4057-be10-75858098c663" providerId="ADAL" clId="{A1824FC7-00A9-4708-B7FB-71BF84356830}" dt="2026-05-09T19:33:40.891" v="9"/>
          <ac:spMkLst>
            <pc:docMk/>
            <pc:sldMk cId="493877801" sldId="274"/>
            <ac:spMk id="3" creationId="{EA404410-3488-8E16-4B65-9E7B7B552C22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22.865" v="59"/>
        <pc:sldMkLst>
          <pc:docMk/>
          <pc:sldMk cId="590355821" sldId="275"/>
        </pc:sldMkLst>
        <pc:spChg chg="mod ord">
          <ac:chgData name="Josué Silva de Morais" userId="f406c2cd-edfc-4057-be10-75858098c663" providerId="ADAL" clId="{A1824FC7-00A9-4708-B7FB-71BF84356830}" dt="2026-05-09T19:33:40.896" v="10"/>
          <ac:spMkLst>
            <pc:docMk/>
            <pc:sldMk cId="590355821" sldId="275"/>
            <ac:spMk id="2" creationId="{84F300E0-9117-EB59-E730-763B66EF318E}"/>
          </ac:spMkLst>
        </pc:spChg>
        <pc:spChg chg="mod ord">
          <ac:chgData name="Josué Silva de Morais" userId="f406c2cd-edfc-4057-be10-75858098c663" providerId="ADAL" clId="{A1824FC7-00A9-4708-B7FB-71BF84356830}" dt="2026-05-09T19:33:40.896" v="10"/>
          <ac:spMkLst>
            <pc:docMk/>
            <pc:sldMk cId="590355821" sldId="275"/>
            <ac:spMk id="3" creationId="{EDB2E7DB-DC34-1E0A-5D06-E7F9B11EA20D}"/>
          </ac:spMkLst>
        </pc:spChg>
        <pc:spChg chg="mod ord">
          <ac:chgData name="Josué Silva de Morais" userId="f406c2cd-edfc-4057-be10-75858098c663" providerId="ADAL" clId="{A1824FC7-00A9-4708-B7FB-71BF84356830}" dt="2026-05-09T19:33:40.896" v="10"/>
          <ac:spMkLst>
            <pc:docMk/>
            <pc:sldMk cId="590355821" sldId="275"/>
            <ac:spMk id="4" creationId="{5D534978-25DA-5533-23EB-963E34BC07E4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27.169" v="61"/>
        <pc:sldMkLst>
          <pc:docMk/>
          <pc:sldMk cId="1956596918" sldId="281"/>
        </pc:sldMkLst>
        <pc:spChg chg="mod ord">
          <ac:chgData name="Josué Silva de Morais" userId="f406c2cd-edfc-4057-be10-75858098c663" providerId="ADAL" clId="{A1824FC7-00A9-4708-B7FB-71BF84356830}" dt="2026-05-09T19:33:40.898" v="11"/>
          <ac:spMkLst>
            <pc:docMk/>
            <pc:sldMk cId="1956596918" sldId="281"/>
            <ac:spMk id="2" creationId="{08621C1B-39E3-CF8C-D3E0-DF6EB6A1D597}"/>
          </ac:spMkLst>
        </pc:spChg>
        <pc:spChg chg="mod ord">
          <ac:chgData name="Josué Silva de Morais" userId="f406c2cd-edfc-4057-be10-75858098c663" providerId="ADAL" clId="{A1824FC7-00A9-4708-B7FB-71BF84356830}" dt="2026-05-09T19:33:40.898" v="11"/>
          <ac:spMkLst>
            <pc:docMk/>
            <pc:sldMk cId="1956596918" sldId="281"/>
            <ac:spMk id="3" creationId="{BB93E68B-03F5-AAE7-B682-9D140B2FC9A4}"/>
          </ac:spMkLst>
        </pc:spChg>
        <pc:spChg chg="mod ord">
          <ac:chgData name="Josué Silva de Morais" userId="f406c2cd-edfc-4057-be10-75858098c663" providerId="ADAL" clId="{A1824FC7-00A9-4708-B7FB-71BF84356830}" dt="2026-05-09T19:33:40.898" v="11"/>
          <ac:spMkLst>
            <pc:docMk/>
            <pc:sldMk cId="1956596918" sldId="281"/>
            <ac:spMk id="4" creationId="{7D729F16-F184-B928-56D1-2859646CA582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31.781" v="63"/>
        <pc:sldMkLst>
          <pc:docMk/>
          <pc:sldMk cId="1997135868" sldId="282"/>
        </pc:sldMkLst>
        <pc:spChg chg="mod ord">
          <ac:chgData name="Josué Silva de Morais" userId="f406c2cd-edfc-4057-be10-75858098c663" providerId="ADAL" clId="{A1824FC7-00A9-4708-B7FB-71BF84356830}" dt="2026-05-09T19:33:40.900" v="12"/>
          <ac:spMkLst>
            <pc:docMk/>
            <pc:sldMk cId="1997135868" sldId="282"/>
            <ac:spMk id="2" creationId="{812EB4B6-AD6C-94EA-4457-0D21AC38D441}"/>
          </ac:spMkLst>
        </pc:spChg>
        <pc:spChg chg="mod ord">
          <ac:chgData name="Josué Silva de Morais" userId="f406c2cd-edfc-4057-be10-75858098c663" providerId="ADAL" clId="{A1824FC7-00A9-4708-B7FB-71BF84356830}" dt="2026-05-09T19:33:40.900" v="12"/>
          <ac:spMkLst>
            <pc:docMk/>
            <pc:sldMk cId="1997135868" sldId="282"/>
            <ac:spMk id="3" creationId="{DFA654EE-850F-3C5B-D05C-75347A0AAAB4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36.147" v="65"/>
        <pc:sldMkLst>
          <pc:docMk/>
          <pc:sldMk cId="3594411094" sldId="283"/>
        </pc:sldMkLst>
        <pc:spChg chg="mod ord">
          <ac:chgData name="Josué Silva de Morais" userId="f406c2cd-edfc-4057-be10-75858098c663" providerId="ADAL" clId="{A1824FC7-00A9-4708-B7FB-71BF84356830}" dt="2026-05-09T19:33:40.902" v="13"/>
          <ac:spMkLst>
            <pc:docMk/>
            <pc:sldMk cId="3594411094" sldId="283"/>
            <ac:spMk id="2" creationId="{A8C59A79-1BA5-9A3D-65AB-6F5FB4AB5114}"/>
          </ac:spMkLst>
        </pc:spChg>
        <pc:spChg chg="mod ord">
          <ac:chgData name="Josué Silva de Morais" userId="f406c2cd-edfc-4057-be10-75858098c663" providerId="ADAL" clId="{A1824FC7-00A9-4708-B7FB-71BF84356830}" dt="2026-05-09T19:33:40.902" v="13"/>
          <ac:spMkLst>
            <pc:docMk/>
            <pc:sldMk cId="3594411094" sldId="283"/>
            <ac:spMk id="3" creationId="{9E2AF276-9DA5-CF7E-F0D6-6E5345C088F5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4:58.153" v="39"/>
        <pc:sldMkLst>
          <pc:docMk/>
          <pc:sldMk cId="983549855" sldId="284"/>
        </pc:sldMkLst>
        <pc:spChg chg="mod ord">
          <ac:chgData name="Josué Silva de Morais" userId="f406c2cd-edfc-4057-be10-75858098c663" providerId="ADAL" clId="{A1824FC7-00A9-4708-B7FB-71BF84356830}" dt="2026-05-09T19:33:40.903" v="14"/>
          <ac:spMkLst>
            <pc:docMk/>
            <pc:sldMk cId="983549855" sldId="284"/>
            <ac:spMk id="2" creationId="{545ABB0E-13CA-648D-0194-B608AAC725E6}"/>
          </ac:spMkLst>
        </pc:spChg>
        <pc:spChg chg="mod ord">
          <ac:chgData name="Josué Silva de Morais" userId="f406c2cd-edfc-4057-be10-75858098c663" providerId="ADAL" clId="{A1824FC7-00A9-4708-B7FB-71BF84356830}" dt="2026-05-09T19:33:40.903" v="14"/>
          <ac:spMkLst>
            <pc:docMk/>
            <pc:sldMk cId="983549855" sldId="284"/>
            <ac:spMk id="3" creationId="{FF5BB056-0E58-E8CB-9DB5-0244F16E6768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40.466" v="67"/>
        <pc:sldMkLst>
          <pc:docMk/>
          <pc:sldMk cId="853093791" sldId="285"/>
        </pc:sldMkLst>
        <pc:spChg chg="mod ord">
          <ac:chgData name="Josué Silva de Morais" userId="f406c2cd-edfc-4057-be10-75858098c663" providerId="ADAL" clId="{A1824FC7-00A9-4708-B7FB-71BF84356830}" dt="2026-05-09T19:33:40.905" v="15"/>
          <ac:spMkLst>
            <pc:docMk/>
            <pc:sldMk cId="853093791" sldId="285"/>
            <ac:spMk id="2" creationId="{BF6EF8B3-C668-E07E-BC84-359F6D655301}"/>
          </ac:spMkLst>
        </pc:spChg>
        <pc:spChg chg="mod ord">
          <ac:chgData name="Josué Silva de Morais" userId="f406c2cd-edfc-4057-be10-75858098c663" providerId="ADAL" clId="{A1824FC7-00A9-4708-B7FB-71BF84356830}" dt="2026-05-09T19:33:40.905" v="15"/>
          <ac:spMkLst>
            <pc:docMk/>
            <pc:sldMk cId="853093791" sldId="285"/>
            <ac:spMk id="3" creationId="{8EC1B339-B34B-06EF-755B-5A35CA5A48FF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45.251" v="69"/>
        <pc:sldMkLst>
          <pc:docMk/>
          <pc:sldMk cId="3331805773" sldId="291"/>
        </pc:sldMkLst>
        <pc:spChg chg="mod ord">
          <ac:chgData name="Josué Silva de Morais" userId="f406c2cd-edfc-4057-be10-75858098c663" providerId="ADAL" clId="{A1824FC7-00A9-4708-B7FB-71BF84356830}" dt="2026-05-09T19:33:40.907" v="16"/>
          <ac:spMkLst>
            <pc:docMk/>
            <pc:sldMk cId="3331805773" sldId="291"/>
            <ac:spMk id="2" creationId="{6478DE4C-0DF0-2973-F067-D9DF013500CB}"/>
          </ac:spMkLst>
        </pc:spChg>
        <pc:spChg chg="mod ord">
          <ac:chgData name="Josué Silva de Morais" userId="f406c2cd-edfc-4057-be10-75858098c663" providerId="ADAL" clId="{A1824FC7-00A9-4708-B7FB-71BF84356830}" dt="2026-05-09T19:33:40.907" v="16"/>
          <ac:spMkLst>
            <pc:docMk/>
            <pc:sldMk cId="3331805773" sldId="291"/>
            <ac:spMk id="3" creationId="{16DBB006-5B90-AB17-7DB2-28AE6A5D7FD3}"/>
          </ac:spMkLst>
        </pc:spChg>
        <pc:spChg chg="mod ord">
          <ac:chgData name="Josué Silva de Morais" userId="f406c2cd-edfc-4057-be10-75858098c663" providerId="ADAL" clId="{A1824FC7-00A9-4708-B7FB-71BF84356830}" dt="2026-05-09T19:33:40.907" v="16"/>
          <ac:spMkLst>
            <pc:docMk/>
            <pc:sldMk cId="3331805773" sldId="291"/>
            <ac:spMk id="4" creationId="{493644FB-3447-551B-51F3-9A08F436EAFD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49.068" v="71"/>
        <pc:sldMkLst>
          <pc:docMk/>
          <pc:sldMk cId="331535914" sldId="292"/>
        </pc:sldMkLst>
        <pc:spChg chg="mod ord">
          <ac:chgData name="Josué Silva de Morais" userId="f406c2cd-edfc-4057-be10-75858098c663" providerId="ADAL" clId="{A1824FC7-00A9-4708-B7FB-71BF84356830}" dt="2026-05-09T19:33:40.908" v="17"/>
          <ac:spMkLst>
            <pc:docMk/>
            <pc:sldMk cId="331535914" sldId="292"/>
            <ac:spMk id="2" creationId="{725AAED8-EF58-2454-30F9-A0C4B32A76D7}"/>
          </ac:spMkLst>
        </pc:spChg>
        <pc:spChg chg="mod ord">
          <ac:chgData name="Josué Silva de Morais" userId="f406c2cd-edfc-4057-be10-75858098c663" providerId="ADAL" clId="{A1824FC7-00A9-4708-B7FB-71BF84356830}" dt="2026-05-09T19:33:40.908" v="17"/>
          <ac:spMkLst>
            <pc:docMk/>
            <pc:sldMk cId="331535914" sldId="292"/>
            <ac:spMk id="3" creationId="{CB85E298-735A-D249-1846-411705012118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6:56.379" v="73"/>
        <pc:sldMkLst>
          <pc:docMk/>
          <pc:sldMk cId="1314471418" sldId="293"/>
        </pc:sldMkLst>
        <pc:spChg chg="mod ord">
          <ac:chgData name="Josué Silva de Morais" userId="f406c2cd-edfc-4057-be10-75858098c663" providerId="ADAL" clId="{A1824FC7-00A9-4708-B7FB-71BF84356830}" dt="2026-05-09T19:33:40.911" v="18"/>
          <ac:spMkLst>
            <pc:docMk/>
            <pc:sldMk cId="1314471418" sldId="293"/>
            <ac:spMk id="2" creationId="{9FE49C28-ACA4-DD93-B939-2FA8547CEAAA}"/>
          </ac:spMkLst>
        </pc:spChg>
        <pc:spChg chg="mod ord">
          <ac:chgData name="Josué Silva de Morais" userId="f406c2cd-edfc-4057-be10-75858098c663" providerId="ADAL" clId="{A1824FC7-00A9-4708-B7FB-71BF84356830}" dt="2026-05-09T19:33:40.911" v="18"/>
          <ac:spMkLst>
            <pc:docMk/>
            <pc:sldMk cId="1314471418" sldId="293"/>
            <ac:spMk id="3" creationId="{49AEB982-19B5-60E9-1003-45CEB3F8DC47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00.742" v="75"/>
        <pc:sldMkLst>
          <pc:docMk/>
          <pc:sldMk cId="1948532436" sldId="294"/>
        </pc:sldMkLst>
        <pc:spChg chg="mod ord">
          <ac:chgData name="Josué Silva de Morais" userId="f406c2cd-edfc-4057-be10-75858098c663" providerId="ADAL" clId="{A1824FC7-00A9-4708-B7FB-71BF84356830}" dt="2026-05-09T19:33:40.914" v="19"/>
          <ac:spMkLst>
            <pc:docMk/>
            <pc:sldMk cId="1948532436" sldId="294"/>
            <ac:spMk id="2" creationId="{A5CC1B96-0372-C6CB-D6AB-B42003256E2D}"/>
          </ac:spMkLst>
        </pc:spChg>
        <pc:spChg chg="mod ord">
          <ac:chgData name="Josué Silva de Morais" userId="f406c2cd-edfc-4057-be10-75858098c663" providerId="ADAL" clId="{A1824FC7-00A9-4708-B7FB-71BF84356830}" dt="2026-05-09T19:33:40.914" v="19"/>
          <ac:spMkLst>
            <pc:docMk/>
            <pc:sldMk cId="1948532436" sldId="294"/>
            <ac:spMk id="3" creationId="{B2A308CA-114B-8C80-3484-9163896FA1F8}"/>
          </ac:spMkLst>
        </pc:spChg>
        <pc:spChg chg="mod ord">
          <ac:chgData name="Josué Silva de Morais" userId="f406c2cd-edfc-4057-be10-75858098c663" providerId="ADAL" clId="{A1824FC7-00A9-4708-B7FB-71BF84356830}" dt="2026-05-09T19:33:40.914" v="19"/>
          <ac:spMkLst>
            <pc:docMk/>
            <pc:sldMk cId="1948532436" sldId="294"/>
            <ac:spMk id="4" creationId="{4195439E-4D4E-4194-B651-B0672534438D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05.998" v="77"/>
        <pc:sldMkLst>
          <pc:docMk/>
          <pc:sldMk cId="2137640330" sldId="295"/>
        </pc:sldMkLst>
        <pc:spChg chg="mod ord">
          <ac:chgData name="Josué Silva de Morais" userId="f406c2cd-edfc-4057-be10-75858098c663" providerId="ADAL" clId="{A1824FC7-00A9-4708-B7FB-71BF84356830}" dt="2026-05-09T19:33:40.916" v="20"/>
          <ac:spMkLst>
            <pc:docMk/>
            <pc:sldMk cId="2137640330" sldId="295"/>
            <ac:spMk id="2" creationId="{95604358-A891-6AE3-072A-928625C35896}"/>
          </ac:spMkLst>
        </pc:spChg>
        <pc:spChg chg="mod ord">
          <ac:chgData name="Josué Silva de Morais" userId="f406c2cd-edfc-4057-be10-75858098c663" providerId="ADAL" clId="{A1824FC7-00A9-4708-B7FB-71BF84356830}" dt="2026-05-09T19:33:40.916" v="20"/>
          <ac:spMkLst>
            <pc:docMk/>
            <pc:sldMk cId="2137640330" sldId="295"/>
            <ac:spMk id="3" creationId="{EE2BCAAC-0685-10E9-D70D-67A0A7169102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09.516" v="79"/>
        <pc:sldMkLst>
          <pc:docMk/>
          <pc:sldMk cId="3355532278" sldId="301"/>
        </pc:sldMkLst>
        <pc:spChg chg="mod ord">
          <ac:chgData name="Josué Silva de Morais" userId="f406c2cd-edfc-4057-be10-75858098c663" providerId="ADAL" clId="{A1824FC7-00A9-4708-B7FB-71BF84356830}" dt="2026-05-09T19:33:40.917" v="21"/>
          <ac:spMkLst>
            <pc:docMk/>
            <pc:sldMk cId="3355532278" sldId="301"/>
            <ac:spMk id="2" creationId="{856E6CF1-D101-2A19-DA4C-65AD9D674D18}"/>
          </ac:spMkLst>
        </pc:spChg>
        <pc:spChg chg="mod ord">
          <ac:chgData name="Josué Silva de Morais" userId="f406c2cd-edfc-4057-be10-75858098c663" providerId="ADAL" clId="{A1824FC7-00A9-4708-B7FB-71BF84356830}" dt="2026-05-09T19:33:40.917" v="21"/>
          <ac:spMkLst>
            <pc:docMk/>
            <pc:sldMk cId="3355532278" sldId="301"/>
            <ac:spMk id="3" creationId="{FE9E6C5A-9544-7A89-2D88-35BF12915046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13.775" v="81"/>
        <pc:sldMkLst>
          <pc:docMk/>
          <pc:sldMk cId="1284851286" sldId="302"/>
        </pc:sldMkLst>
        <pc:spChg chg="mod ord">
          <ac:chgData name="Josué Silva de Morais" userId="f406c2cd-edfc-4057-be10-75858098c663" providerId="ADAL" clId="{A1824FC7-00A9-4708-B7FB-71BF84356830}" dt="2026-05-09T19:33:40.918" v="22"/>
          <ac:spMkLst>
            <pc:docMk/>
            <pc:sldMk cId="1284851286" sldId="302"/>
            <ac:spMk id="2" creationId="{2430328F-7CEF-D9D0-1FDE-55B0FD34A0B4}"/>
          </ac:spMkLst>
        </pc:spChg>
        <pc:spChg chg="mod ord">
          <ac:chgData name="Josué Silva de Morais" userId="f406c2cd-edfc-4057-be10-75858098c663" providerId="ADAL" clId="{A1824FC7-00A9-4708-B7FB-71BF84356830}" dt="2026-05-09T19:33:40.918" v="22"/>
          <ac:spMkLst>
            <pc:docMk/>
            <pc:sldMk cId="1284851286" sldId="302"/>
            <ac:spMk id="3" creationId="{5C081D6E-9EC8-86A3-2B99-EC64CEE593CE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18.445" v="83"/>
        <pc:sldMkLst>
          <pc:docMk/>
          <pc:sldMk cId="2163347411" sldId="303"/>
        </pc:sldMkLst>
        <pc:spChg chg="mod ord">
          <ac:chgData name="Josué Silva de Morais" userId="f406c2cd-edfc-4057-be10-75858098c663" providerId="ADAL" clId="{A1824FC7-00A9-4708-B7FB-71BF84356830}" dt="2026-05-09T19:33:40.920" v="23"/>
          <ac:spMkLst>
            <pc:docMk/>
            <pc:sldMk cId="2163347411" sldId="303"/>
            <ac:spMk id="2" creationId="{5D67CE20-4680-6ADC-3C2E-667FAB0A7606}"/>
          </ac:spMkLst>
        </pc:spChg>
        <pc:spChg chg="mod ord">
          <ac:chgData name="Josué Silva de Morais" userId="f406c2cd-edfc-4057-be10-75858098c663" providerId="ADAL" clId="{A1824FC7-00A9-4708-B7FB-71BF84356830}" dt="2026-05-09T19:33:40.920" v="23"/>
          <ac:spMkLst>
            <pc:docMk/>
            <pc:sldMk cId="2163347411" sldId="303"/>
            <ac:spMk id="3" creationId="{CF4793AF-646C-2D67-727E-AFB544C39BA4}"/>
          </ac:spMkLst>
        </pc:spChg>
        <pc:spChg chg="mod ord">
          <ac:chgData name="Josué Silva de Morais" userId="f406c2cd-edfc-4057-be10-75858098c663" providerId="ADAL" clId="{A1824FC7-00A9-4708-B7FB-71BF84356830}" dt="2026-05-09T19:33:40.920" v="23"/>
          <ac:spMkLst>
            <pc:docMk/>
            <pc:sldMk cId="2163347411" sldId="303"/>
            <ac:spMk id="4" creationId="{7A50761B-F323-0C1F-4A0D-36003C6D75B1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27.109" v="87"/>
        <pc:sldMkLst>
          <pc:docMk/>
          <pc:sldMk cId="2531310387" sldId="305"/>
        </pc:sldMkLst>
        <pc:spChg chg="mod ord">
          <ac:chgData name="Josué Silva de Morais" userId="f406c2cd-edfc-4057-be10-75858098c663" providerId="ADAL" clId="{A1824FC7-00A9-4708-B7FB-71BF84356830}" dt="2026-05-09T19:33:40.923" v="25"/>
          <ac:spMkLst>
            <pc:docMk/>
            <pc:sldMk cId="2531310387" sldId="305"/>
            <ac:spMk id="2" creationId="{1B5B60F4-F9DB-E221-A37E-21A8ED2FF527}"/>
          </ac:spMkLst>
        </pc:spChg>
        <pc:spChg chg="mod ord">
          <ac:chgData name="Josué Silva de Morais" userId="f406c2cd-edfc-4057-be10-75858098c663" providerId="ADAL" clId="{A1824FC7-00A9-4708-B7FB-71BF84356830}" dt="2026-05-09T19:33:40.923" v="25"/>
          <ac:spMkLst>
            <pc:docMk/>
            <pc:sldMk cId="2531310387" sldId="305"/>
            <ac:spMk id="3" creationId="{1CCAB539-D8B8-666C-5067-658637C841E5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31.794" v="89"/>
        <pc:sldMkLst>
          <pc:docMk/>
          <pc:sldMk cId="2416732042" sldId="311"/>
        </pc:sldMkLst>
        <pc:spChg chg="mod ord">
          <ac:chgData name="Josué Silva de Morais" userId="f406c2cd-edfc-4057-be10-75858098c663" providerId="ADAL" clId="{A1824FC7-00A9-4708-B7FB-71BF84356830}" dt="2026-05-09T19:33:40.924" v="26"/>
          <ac:spMkLst>
            <pc:docMk/>
            <pc:sldMk cId="2416732042" sldId="311"/>
            <ac:spMk id="2" creationId="{8B6E7CDB-F0BD-602C-1472-DC9158E6D001}"/>
          </ac:spMkLst>
        </pc:spChg>
        <pc:spChg chg="mod ord">
          <ac:chgData name="Josué Silva de Morais" userId="f406c2cd-edfc-4057-be10-75858098c663" providerId="ADAL" clId="{A1824FC7-00A9-4708-B7FB-71BF84356830}" dt="2026-05-09T19:33:40.924" v="26"/>
          <ac:spMkLst>
            <pc:docMk/>
            <pc:sldMk cId="2416732042" sldId="311"/>
            <ac:spMk id="3" creationId="{911F6DF1-E3B7-69F6-A42B-F0FFE9700B17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36.694" v="91"/>
        <pc:sldMkLst>
          <pc:docMk/>
          <pc:sldMk cId="410236749" sldId="312"/>
        </pc:sldMkLst>
        <pc:spChg chg="mod ord">
          <ac:chgData name="Josué Silva de Morais" userId="f406c2cd-edfc-4057-be10-75858098c663" providerId="ADAL" clId="{A1824FC7-00A9-4708-B7FB-71BF84356830}" dt="2026-05-09T19:33:40.927" v="27"/>
          <ac:spMkLst>
            <pc:docMk/>
            <pc:sldMk cId="410236749" sldId="312"/>
            <ac:spMk id="2" creationId="{14B29280-472D-F690-2413-29A56206302D}"/>
          </ac:spMkLst>
        </pc:spChg>
        <pc:spChg chg="mod ord">
          <ac:chgData name="Josué Silva de Morais" userId="f406c2cd-edfc-4057-be10-75858098c663" providerId="ADAL" clId="{A1824FC7-00A9-4708-B7FB-71BF84356830}" dt="2026-05-09T19:33:40.927" v="27"/>
          <ac:spMkLst>
            <pc:docMk/>
            <pc:sldMk cId="410236749" sldId="312"/>
            <ac:spMk id="3" creationId="{35DB55B4-F814-9E8A-1189-56089A86797C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43.678" v="93"/>
        <pc:sldMkLst>
          <pc:docMk/>
          <pc:sldMk cId="860867478" sldId="313"/>
        </pc:sldMkLst>
        <pc:spChg chg="mod ord">
          <ac:chgData name="Josué Silva de Morais" userId="f406c2cd-edfc-4057-be10-75858098c663" providerId="ADAL" clId="{A1824FC7-00A9-4708-B7FB-71BF84356830}" dt="2026-05-09T19:33:40.929" v="28"/>
          <ac:spMkLst>
            <pc:docMk/>
            <pc:sldMk cId="860867478" sldId="313"/>
            <ac:spMk id="2" creationId="{A756482D-2A3A-1B58-877C-DDF50CF6B0AB}"/>
          </ac:spMkLst>
        </pc:spChg>
        <pc:spChg chg="mod ord">
          <ac:chgData name="Josué Silva de Morais" userId="f406c2cd-edfc-4057-be10-75858098c663" providerId="ADAL" clId="{A1824FC7-00A9-4708-B7FB-71BF84356830}" dt="2026-05-09T19:33:40.929" v="28"/>
          <ac:spMkLst>
            <pc:docMk/>
            <pc:sldMk cId="860867478" sldId="313"/>
            <ac:spMk id="3" creationId="{6F19AAC9-EA86-F3A4-0EE0-591DCDD3EDAF}"/>
          </ac:spMkLst>
        </pc:spChg>
        <pc:spChg chg="mod ord">
          <ac:chgData name="Josué Silva de Morais" userId="f406c2cd-edfc-4057-be10-75858098c663" providerId="ADAL" clId="{A1824FC7-00A9-4708-B7FB-71BF84356830}" dt="2026-05-09T19:33:40.929" v="28"/>
          <ac:spMkLst>
            <pc:docMk/>
            <pc:sldMk cId="860867478" sldId="313"/>
            <ac:spMk id="4" creationId="{CD74B9AE-4FCD-6B30-33D9-92B0C06DBD5E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48.658" v="95"/>
        <pc:sldMkLst>
          <pc:docMk/>
          <pc:sldMk cId="3140024026" sldId="314"/>
        </pc:sldMkLst>
        <pc:spChg chg="mod ord">
          <ac:chgData name="Josué Silva de Morais" userId="f406c2cd-edfc-4057-be10-75858098c663" providerId="ADAL" clId="{A1824FC7-00A9-4708-B7FB-71BF84356830}" dt="2026-05-09T19:33:40.932" v="29"/>
          <ac:spMkLst>
            <pc:docMk/>
            <pc:sldMk cId="3140024026" sldId="314"/>
            <ac:spMk id="2" creationId="{80E6FA0E-74E7-34CE-E4BA-D858F713639E}"/>
          </ac:spMkLst>
        </pc:spChg>
        <pc:spChg chg="mod ord">
          <ac:chgData name="Josué Silva de Morais" userId="f406c2cd-edfc-4057-be10-75858098c663" providerId="ADAL" clId="{A1824FC7-00A9-4708-B7FB-71BF84356830}" dt="2026-05-09T19:33:40.932" v="29"/>
          <ac:spMkLst>
            <pc:docMk/>
            <pc:sldMk cId="3140024026" sldId="314"/>
            <ac:spMk id="3" creationId="{4FFE6755-FB50-E5F5-708B-23048F2B3A00}"/>
          </ac:spMkLst>
        </pc:spChg>
        <pc:spChg chg="mod ord">
          <ac:chgData name="Josué Silva de Morais" userId="f406c2cd-edfc-4057-be10-75858098c663" providerId="ADAL" clId="{A1824FC7-00A9-4708-B7FB-71BF84356830}" dt="2026-05-09T19:33:40.932" v="29"/>
          <ac:spMkLst>
            <pc:docMk/>
            <pc:sldMk cId="3140024026" sldId="314"/>
            <ac:spMk id="4" creationId="{AD7F90B6-98AB-9298-9B0F-9D0239ACA54F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52.639" v="97"/>
        <pc:sldMkLst>
          <pc:docMk/>
          <pc:sldMk cId="4117055020" sldId="315"/>
        </pc:sldMkLst>
        <pc:spChg chg="mod ord">
          <ac:chgData name="Josué Silva de Morais" userId="f406c2cd-edfc-4057-be10-75858098c663" providerId="ADAL" clId="{A1824FC7-00A9-4708-B7FB-71BF84356830}" dt="2026-05-09T19:33:40.933" v="30"/>
          <ac:spMkLst>
            <pc:docMk/>
            <pc:sldMk cId="4117055020" sldId="315"/>
            <ac:spMk id="2" creationId="{57070195-3E15-40A1-66F4-8653A3A501D3}"/>
          </ac:spMkLst>
        </pc:spChg>
        <pc:spChg chg="mod ord">
          <ac:chgData name="Josué Silva de Morais" userId="f406c2cd-edfc-4057-be10-75858098c663" providerId="ADAL" clId="{A1824FC7-00A9-4708-B7FB-71BF84356830}" dt="2026-05-09T19:33:40.933" v="30"/>
          <ac:spMkLst>
            <pc:docMk/>
            <pc:sldMk cId="4117055020" sldId="315"/>
            <ac:spMk id="3" creationId="{7C0C32B4-1925-92E3-FCF3-F138D0BA54AE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57.408" v="99"/>
        <pc:sldMkLst>
          <pc:docMk/>
          <pc:sldMk cId="946388594" sldId="321"/>
        </pc:sldMkLst>
        <pc:spChg chg="mod ord">
          <ac:chgData name="Josué Silva de Morais" userId="f406c2cd-edfc-4057-be10-75858098c663" providerId="ADAL" clId="{A1824FC7-00A9-4708-B7FB-71BF84356830}" dt="2026-05-09T19:33:40.935" v="31"/>
          <ac:spMkLst>
            <pc:docMk/>
            <pc:sldMk cId="946388594" sldId="321"/>
            <ac:spMk id="2" creationId="{188F7B02-46CF-F1EE-9EA1-A8547611D62E}"/>
          </ac:spMkLst>
        </pc:spChg>
        <pc:spChg chg="mod ord">
          <ac:chgData name="Josué Silva de Morais" userId="f406c2cd-edfc-4057-be10-75858098c663" providerId="ADAL" clId="{A1824FC7-00A9-4708-B7FB-71BF84356830}" dt="2026-05-09T19:33:40.935" v="31"/>
          <ac:spMkLst>
            <pc:docMk/>
            <pc:sldMk cId="946388594" sldId="321"/>
            <ac:spMk id="3" creationId="{458A7B41-E170-8997-28AF-C039675A3E0E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8:01.256" v="101"/>
        <pc:sldMkLst>
          <pc:docMk/>
          <pc:sldMk cId="3382806098" sldId="322"/>
        </pc:sldMkLst>
        <pc:spChg chg="mod ord">
          <ac:chgData name="Josué Silva de Morais" userId="f406c2cd-edfc-4057-be10-75858098c663" providerId="ADAL" clId="{A1824FC7-00A9-4708-B7FB-71BF84356830}" dt="2026-05-09T19:33:40.936" v="32"/>
          <ac:spMkLst>
            <pc:docMk/>
            <pc:sldMk cId="3382806098" sldId="322"/>
            <ac:spMk id="2" creationId="{B8E0F91E-6A13-0888-4AF9-861EC786FD38}"/>
          </ac:spMkLst>
        </pc:spChg>
        <pc:spChg chg="mod ord">
          <ac:chgData name="Josué Silva de Morais" userId="f406c2cd-edfc-4057-be10-75858098c663" providerId="ADAL" clId="{A1824FC7-00A9-4708-B7FB-71BF84356830}" dt="2026-05-09T19:33:40.936" v="32"/>
          <ac:spMkLst>
            <pc:docMk/>
            <pc:sldMk cId="3382806098" sldId="322"/>
            <ac:spMk id="3" creationId="{F0AF8371-F2C4-C85E-6013-BEBF04330613}"/>
          </ac:spMkLst>
        </pc:spChg>
        <pc:spChg chg="mod ord">
          <ac:chgData name="Josué Silva de Morais" userId="f406c2cd-edfc-4057-be10-75858098c663" providerId="ADAL" clId="{A1824FC7-00A9-4708-B7FB-71BF84356830}" dt="2026-05-09T19:33:40.936" v="32"/>
          <ac:spMkLst>
            <pc:docMk/>
            <pc:sldMk cId="3382806098" sldId="322"/>
            <ac:spMk id="4" creationId="{2B01E8E7-C19D-A3AB-41B3-FBB1597E988F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8:05.752" v="103"/>
        <pc:sldMkLst>
          <pc:docMk/>
          <pc:sldMk cId="2463740144" sldId="323"/>
        </pc:sldMkLst>
        <pc:spChg chg="mod ord">
          <ac:chgData name="Josué Silva de Morais" userId="f406c2cd-edfc-4057-be10-75858098c663" providerId="ADAL" clId="{A1824FC7-00A9-4708-B7FB-71BF84356830}" dt="2026-05-09T19:33:40.938" v="33"/>
          <ac:spMkLst>
            <pc:docMk/>
            <pc:sldMk cId="2463740144" sldId="323"/>
            <ac:spMk id="2" creationId="{99068F9C-00A9-8C9C-CCB4-1FA97A8D2602}"/>
          </ac:spMkLst>
        </pc:spChg>
        <pc:spChg chg="mod ord">
          <ac:chgData name="Josué Silva de Morais" userId="f406c2cd-edfc-4057-be10-75858098c663" providerId="ADAL" clId="{A1824FC7-00A9-4708-B7FB-71BF84356830}" dt="2026-05-09T19:33:40.938" v="33"/>
          <ac:spMkLst>
            <pc:docMk/>
            <pc:sldMk cId="2463740144" sldId="323"/>
            <ac:spMk id="3" creationId="{A85F7563-7A45-4FE3-8A35-D43CD9CDF980}"/>
          </ac:spMkLst>
        </pc:spChg>
        <pc:spChg chg="mod ord">
          <ac:chgData name="Josué Silva de Morais" userId="f406c2cd-edfc-4057-be10-75858098c663" providerId="ADAL" clId="{A1824FC7-00A9-4708-B7FB-71BF84356830}" dt="2026-05-09T19:33:40.938" v="33"/>
          <ac:spMkLst>
            <pc:docMk/>
            <pc:sldMk cId="2463740144" sldId="323"/>
            <ac:spMk id="4" creationId="{A3FCB0DF-0D44-D307-FCB7-AD70C59B67FB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8:10.488" v="105"/>
        <pc:sldMkLst>
          <pc:docMk/>
          <pc:sldMk cId="3639329221" sldId="324"/>
        </pc:sldMkLst>
        <pc:spChg chg="mod ord">
          <ac:chgData name="Josué Silva de Morais" userId="f406c2cd-edfc-4057-be10-75858098c663" providerId="ADAL" clId="{A1824FC7-00A9-4708-B7FB-71BF84356830}" dt="2026-05-09T19:33:40.940" v="34"/>
          <ac:spMkLst>
            <pc:docMk/>
            <pc:sldMk cId="3639329221" sldId="324"/>
            <ac:spMk id="2" creationId="{4EE34FB8-196F-45D1-2B3C-A93E91098E8C}"/>
          </ac:spMkLst>
        </pc:spChg>
        <pc:spChg chg="mod ord">
          <ac:chgData name="Josué Silva de Morais" userId="f406c2cd-edfc-4057-be10-75858098c663" providerId="ADAL" clId="{A1824FC7-00A9-4708-B7FB-71BF84356830}" dt="2026-05-09T19:33:40.940" v="34"/>
          <ac:spMkLst>
            <pc:docMk/>
            <pc:sldMk cId="3639329221" sldId="324"/>
            <ac:spMk id="3" creationId="{C299629F-D7B7-AB00-709D-581756688473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8:14.617" v="107"/>
        <pc:sldMkLst>
          <pc:docMk/>
          <pc:sldMk cId="2558684991" sldId="325"/>
        </pc:sldMkLst>
        <pc:spChg chg="mod ord">
          <ac:chgData name="Josué Silva de Morais" userId="f406c2cd-edfc-4057-be10-75858098c663" providerId="ADAL" clId="{A1824FC7-00A9-4708-B7FB-71BF84356830}" dt="2026-05-09T19:33:40.941" v="35"/>
          <ac:spMkLst>
            <pc:docMk/>
            <pc:sldMk cId="2558684991" sldId="325"/>
            <ac:spMk id="2" creationId="{129E01CC-C89A-3899-FFB4-1BA55FB9278E}"/>
          </ac:spMkLst>
        </pc:spChg>
        <pc:spChg chg="mod ord">
          <ac:chgData name="Josué Silva de Morais" userId="f406c2cd-edfc-4057-be10-75858098c663" providerId="ADAL" clId="{A1824FC7-00A9-4708-B7FB-71BF84356830}" dt="2026-05-09T19:33:40.941" v="35"/>
          <ac:spMkLst>
            <pc:docMk/>
            <pc:sldMk cId="2558684991" sldId="325"/>
            <ac:spMk id="3" creationId="{46D2FD9F-8C9A-80D8-D856-F446D706DD85}"/>
          </ac:spMkLst>
        </pc:spChg>
      </pc:sldChg>
      <pc:sldChg chg="modSp del mod modClrScheme chgLayout">
        <pc:chgData name="Josué Silva de Morais" userId="f406c2cd-edfc-4057-be10-75858098c663" providerId="ADAL" clId="{A1824FC7-00A9-4708-B7FB-71BF84356830}" dt="2026-05-09T19:37:22.666" v="85"/>
        <pc:sldMkLst>
          <pc:docMk/>
          <pc:sldMk cId="3582902321" sldId="326"/>
        </pc:sldMkLst>
        <pc:spChg chg="mod ord">
          <ac:chgData name="Josué Silva de Morais" userId="f406c2cd-edfc-4057-be10-75858098c663" providerId="ADAL" clId="{A1824FC7-00A9-4708-B7FB-71BF84356830}" dt="2026-05-09T19:33:40.921" v="24"/>
          <ac:spMkLst>
            <pc:docMk/>
            <pc:sldMk cId="3582902321" sldId="326"/>
            <ac:spMk id="2" creationId="{8150E9A9-011C-30B3-BFC6-EE3BD008DBB9}"/>
          </ac:spMkLst>
        </pc:spChg>
        <pc:spChg chg="mod ord">
          <ac:chgData name="Josué Silva de Morais" userId="f406c2cd-edfc-4057-be10-75858098c663" providerId="ADAL" clId="{A1824FC7-00A9-4708-B7FB-71BF84356830}" dt="2026-05-09T19:33:40.921" v="24"/>
          <ac:spMkLst>
            <pc:docMk/>
            <pc:sldMk cId="3582902321" sldId="326"/>
            <ac:spMk id="3" creationId="{D9E881DC-5EA2-943C-77AA-3324AA6465F0}"/>
          </ac:spMkLst>
        </pc:spChg>
      </pc:sldChg>
      <pc:sldChg chg="del">
        <pc:chgData name="Josué Silva de Morais" userId="f406c2cd-edfc-4057-be10-75858098c663" providerId="ADAL" clId="{A1824FC7-00A9-4708-B7FB-71BF84356830}" dt="2026-05-09T19:33:40.815" v="1"/>
        <pc:sldMkLst>
          <pc:docMk/>
          <pc:sldMk cId="4012709557" sldId="329"/>
        </pc:sldMkLst>
      </pc:sldChg>
      <pc:sldChg chg="add del">
        <pc:chgData name="Josué Silva de Morais" userId="f406c2cd-edfc-4057-be10-75858098c663" providerId="ADAL" clId="{A1824FC7-00A9-4708-B7FB-71BF84356830}" dt="2026-05-09T19:35:40.925" v="41"/>
        <pc:sldMkLst>
          <pc:docMk/>
          <pc:sldMk cId="3667737471" sldId="330"/>
        </pc:sldMkLst>
      </pc:sldChg>
      <pc:sldChg chg="add del">
        <pc:chgData name="Josué Silva de Morais" userId="f406c2cd-edfc-4057-be10-75858098c663" providerId="ADAL" clId="{A1824FC7-00A9-4708-B7FB-71BF84356830}" dt="2026-05-09T19:38:52.008" v="109"/>
        <pc:sldMkLst>
          <pc:docMk/>
          <pc:sldMk cId="455467566" sldId="331"/>
        </pc:sldMkLst>
      </pc:sldChg>
      <pc:sldChg chg="new del">
        <pc:chgData name="Josué Silva de Morais" userId="f406c2cd-edfc-4057-be10-75858098c663" providerId="ADAL" clId="{A1824FC7-00A9-4708-B7FB-71BF84356830}" dt="2026-05-09T19:33:41.220" v="37"/>
        <pc:sldMkLst>
          <pc:docMk/>
          <pc:sldMk cId="2968251981" sldId="331"/>
        </pc:sldMkLst>
      </pc:sldChg>
      <pc:sldChg chg="add del">
        <pc:chgData name="Josué Silva de Morais" userId="f406c2cd-edfc-4057-be10-75858098c663" providerId="ADAL" clId="{A1824FC7-00A9-4708-B7FB-71BF84356830}" dt="2026-05-09T19:39:08.189" v="111"/>
        <pc:sldMkLst>
          <pc:docMk/>
          <pc:sldMk cId="1704185791" sldId="332"/>
        </pc:sldMkLst>
      </pc:sldChg>
      <pc:sldChg chg="add del">
        <pc:chgData name="Josué Silva de Morais" userId="f406c2cd-edfc-4057-be10-75858098c663" providerId="ADAL" clId="{A1824FC7-00A9-4708-B7FB-71BF84356830}" dt="2026-05-09T19:39:12.761" v="113"/>
        <pc:sldMkLst>
          <pc:docMk/>
          <pc:sldMk cId="3201171426" sldId="333"/>
        </pc:sldMkLst>
      </pc:sldChg>
      <pc:sldChg chg="add del">
        <pc:chgData name="Josué Silva de Morais" userId="f406c2cd-edfc-4057-be10-75858098c663" providerId="ADAL" clId="{A1824FC7-00A9-4708-B7FB-71BF84356830}" dt="2026-05-09T19:39:17.549" v="115"/>
        <pc:sldMkLst>
          <pc:docMk/>
          <pc:sldMk cId="1697369774" sldId="334"/>
        </pc:sldMkLst>
      </pc:sldChg>
      <pc:sldChg chg="add del">
        <pc:chgData name="Josué Silva de Morais" userId="f406c2cd-edfc-4057-be10-75858098c663" providerId="ADAL" clId="{A1824FC7-00A9-4708-B7FB-71BF84356830}" dt="2026-05-09T19:39:21.425" v="117"/>
        <pc:sldMkLst>
          <pc:docMk/>
          <pc:sldMk cId="1650626157" sldId="335"/>
        </pc:sldMkLst>
      </pc:sldChg>
      <pc:sldChg chg="add del">
        <pc:chgData name="Josué Silva de Morais" userId="f406c2cd-edfc-4057-be10-75858098c663" providerId="ADAL" clId="{A1824FC7-00A9-4708-B7FB-71BF84356830}" dt="2026-05-09T19:39:25.791" v="119"/>
        <pc:sldMkLst>
          <pc:docMk/>
          <pc:sldMk cId="2423750457" sldId="336"/>
        </pc:sldMkLst>
      </pc:sldChg>
      <pc:sldChg chg="add del">
        <pc:chgData name="Josué Silva de Morais" userId="f406c2cd-edfc-4057-be10-75858098c663" providerId="ADAL" clId="{A1824FC7-00A9-4708-B7FB-71BF84356830}" dt="2026-05-09T19:39:30.206" v="121"/>
        <pc:sldMkLst>
          <pc:docMk/>
          <pc:sldMk cId="3891416587" sldId="337"/>
        </pc:sldMkLst>
      </pc:sldChg>
      <pc:sldChg chg="add del">
        <pc:chgData name="Josué Silva de Morais" userId="f406c2cd-edfc-4057-be10-75858098c663" providerId="ADAL" clId="{A1824FC7-00A9-4708-B7FB-71BF84356830}" dt="2026-05-09T19:39:35.865" v="123"/>
        <pc:sldMkLst>
          <pc:docMk/>
          <pc:sldMk cId="2174849420" sldId="338"/>
        </pc:sldMkLst>
      </pc:sldChg>
      <pc:sldChg chg="add del">
        <pc:chgData name="Josué Silva de Morais" userId="f406c2cd-edfc-4057-be10-75858098c663" providerId="ADAL" clId="{A1824FC7-00A9-4708-B7FB-71BF84356830}" dt="2026-05-09T19:39:38.728" v="125"/>
        <pc:sldMkLst>
          <pc:docMk/>
          <pc:sldMk cId="739867334" sldId="339"/>
        </pc:sldMkLst>
      </pc:sldChg>
      <pc:sldChg chg="add del">
        <pc:chgData name="Josué Silva de Morais" userId="f406c2cd-edfc-4057-be10-75858098c663" providerId="ADAL" clId="{A1824FC7-00A9-4708-B7FB-71BF84356830}" dt="2026-05-09T19:39:46.026" v="127"/>
        <pc:sldMkLst>
          <pc:docMk/>
          <pc:sldMk cId="837360321" sldId="340"/>
        </pc:sldMkLst>
      </pc:sldChg>
      <pc:sldChg chg="add del">
        <pc:chgData name="Josué Silva de Morais" userId="f406c2cd-edfc-4057-be10-75858098c663" providerId="ADAL" clId="{A1824FC7-00A9-4708-B7FB-71BF84356830}" dt="2026-05-09T19:39:50.290" v="129"/>
        <pc:sldMkLst>
          <pc:docMk/>
          <pc:sldMk cId="488347158" sldId="341"/>
        </pc:sldMkLst>
      </pc:sldChg>
      <pc:sldChg chg="add del">
        <pc:chgData name="Josué Silva de Morais" userId="f406c2cd-edfc-4057-be10-75858098c663" providerId="ADAL" clId="{A1824FC7-00A9-4708-B7FB-71BF84356830}" dt="2026-05-09T19:39:54.777" v="131"/>
        <pc:sldMkLst>
          <pc:docMk/>
          <pc:sldMk cId="2765840938" sldId="342"/>
        </pc:sldMkLst>
      </pc:sldChg>
      <pc:sldChg chg="add del">
        <pc:chgData name="Josué Silva de Morais" userId="f406c2cd-edfc-4057-be10-75858098c663" providerId="ADAL" clId="{A1824FC7-00A9-4708-B7FB-71BF84356830}" dt="2026-05-09T19:39:59.412" v="133"/>
        <pc:sldMkLst>
          <pc:docMk/>
          <pc:sldMk cId="2376024913" sldId="343"/>
        </pc:sldMkLst>
      </pc:sldChg>
      <pc:sldChg chg="add del">
        <pc:chgData name="Josué Silva de Morais" userId="f406c2cd-edfc-4057-be10-75858098c663" providerId="ADAL" clId="{A1824FC7-00A9-4708-B7FB-71BF84356830}" dt="2026-05-09T19:40:03.116" v="135"/>
        <pc:sldMkLst>
          <pc:docMk/>
          <pc:sldMk cId="1785521842" sldId="344"/>
        </pc:sldMkLst>
      </pc:sldChg>
      <pc:sldChg chg="add del">
        <pc:chgData name="Josué Silva de Morais" userId="f406c2cd-edfc-4057-be10-75858098c663" providerId="ADAL" clId="{A1824FC7-00A9-4708-B7FB-71BF84356830}" dt="2026-05-09T19:40:07.689" v="137"/>
        <pc:sldMkLst>
          <pc:docMk/>
          <pc:sldMk cId="1465610860" sldId="345"/>
        </pc:sldMkLst>
      </pc:sldChg>
      <pc:sldChg chg="add del">
        <pc:chgData name="Josué Silva de Morais" userId="f406c2cd-edfc-4057-be10-75858098c663" providerId="ADAL" clId="{A1824FC7-00A9-4708-B7FB-71BF84356830}" dt="2026-05-09T19:40:11.929" v="139"/>
        <pc:sldMkLst>
          <pc:docMk/>
          <pc:sldMk cId="524930777" sldId="346"/>
        </pc:sldMkLst>
      </pc:sldChg>
      <pc:sldChg chg="add del">
        <pc:chgData name="Josué Silva de Morais" userId="f406c2cd-edfc-4057-be10-75858098c663" providerId="ADAL" clId="{A1824FC7-00A9-4708-B7FB-71BF84356830}" dt="2026-05-09T19:40:16.166" v="141"/>
        <pc:sldMkLst>
          <pc:docMk/>
          <pc:sldMk cId="2940719861" sldId="347"/>
        </pc:sldMkLst>
      </pc:sldChg>
      <pc:sldChg chg="add del">
        <pc:chgData name="Josué Silva de Morais" userId="f406c2cd-edfc-4057-be10-75858098c663" providerId="ADAL" clId="{A1824FC7-00A9-4708-B7FB-71BF84356830}" dt="2026-05-09T19:40:20.517" v="143"/>
        <pc:sldMkLst>
          <pc:docMk/>
          <pc:sldMk cId="2430329986" sldId="348"/>
        </pc:sldMkLst>
      </pc:sldChg>
      <pc:sldChg chg="add del">
        <pc:chgData name="Josué Silva de Morais" userId="f406c2cd-edfc-4057-be10-75858098c663" providerId="ADAL" clId="{A1824FC7-00A9-4708-B7FB-71BF84356830}" dt="2026-05-09T21:41:34.427" v="160"/>
        <pc:sldMkLst>
          <pc:docMk/>
          <pc:sldMk cId="3095761180" sldId="349"/>
        </pc:sldMkLst>
      </pc:sldChg>
      <pc:sldChg chg="add del">
        <pc:chgData name="Josué Silva de Morais" userId="f406c2cd-edfc-4057-be10-75858098c663" providerId="ADAL" clId="{A1824FC7-00A9-4708-B7FB-71BF84356830}" dt="2026-05-09T21:41:34.424" v="159"/>
        <pc:sldMkLst>
          <pc:docMk/>
          <pc:sldMk cId="1742889478" sldId="350"/>
        </pc:sldMkLst>
      </pc:sldChg>
      <pc:sldChg chg="add del">
        <pc:chgData name="Josué Silva de Morais" userId="f406c2cd-edfc-4057-be10-75858098c663" providerId="ADAL" clId="{A1824FC7-00A9-4708-B7FB-71BF84356830}" dt="2026-05-09T21:41:34.422" v="158"/>
        <pc:sldMkLst>
          <pc:docMk/>
          <pc:sldMk cId="2880601803" sldId="351"/>
        </pc:sldMkLst>
      </pc:sldChg>
      <pc:sldChg chg="add del">
        <pc:chgData name="Josué Silva de Morais" userId="f406c2cd-edfc-4057-be10-75858098c663" providerId="ADAL" clId="{A1824FC7-00A9-4708-B7FB-71BF84356830}" dt="2026-05-09T21:41:34.417" v="157"/>
        <pc:sldMkLst>
          <pc:docMk/>
          <pc:sldMk cId="3881497705" sldId="352"/>
        </pc:sldMkLst>
      </pc:sldChg>
      <pc:sldChg chg="add del">
        <pc:chgData name="Josué Silva de Morais" userId="f406c2cd-edfc-4057-be10-75858098c663" providerId="ADAL" clId="{A1824FC7-00A9-4708-B7FB-71BF84356830}" dt="2026-05-09T21:41:34.412" v="156"/>
        <pc:sldMkLst>
          <pc:docMk/>
          <pc:sldMk cId="3929188663" sldId="353"/>
        </pc:sldMkLst>
      </pc:sldChg>
      <pc:sldChg chg="add del">
        <pc:chgData name="Josué Silva de Morais" userId="f406c2cd-edfc-4057-be10-75858098c663" providerId="ADAL" clId="{A1824FC7-00A9-4708-B7FB-71BF84356830}" dt="2026-05-09T21:41:34.408" v="155"/>
        <pc:sldMkLst>
          <pc:docMk/>
          <pc:sldMk cId="528572716" sldId="354"/>
        </pc:sldMkLst>
      </pc:sldChg>
      <pc:sldChg chg="add del">
        <pc:chgData name="Josué Silva de Morais" userId="f406c2cd-edfc-4057-be10-75858098c663" providerId="ADAL" clId="{A1824FC7-00A9-4708-B7FB-71BF84356830}" dt="2026-05-09T21:41:34.406" v="154"/>
        <pc:sldMkLst>
          <pc:docMk/>
          <pc:sldMk cId="1301655923" sldId="355"/>
        </pc:sldMkLst>
      </pc:sldChg>
      <pc:sldChg chg="add del">
        <pc:chgData name="Josué Silva de Morais" userId="f406c2cd-edfc-4057-be10-75858098c663" providerId="ADAL" clId="{A1824FC7-00A9-4708-B7FB-71BF84356830}" dt="2026-05-09T21:41:34.403" v="153"/>
        <pc:sldMkLst>
          <pc:docMk/>
          <pc:sldMk cId="229868695" sldId="356"/>
        </pc:sldMkLst>
      </pc:sldChg>
      <pc:sldChg chg="add del">
        <pc:chgData name="Josué Silva de Morais" userId="f406c2cd-edfc-4057-be10-75858098c663" providerId="ADAL" clId="{A1824FC7-00A9-4708-B7FB-71BF84356830}" dt="2026-05-09T21:41:34.398" v="152"/>
        <pc:sldMkLst>
          <pc:docMk/>
          <pc:sldMk cId="379251779" sldId="357"/>
        </pc:sldMkLst>
      </pc:sldChg>
      <pc:sldChg chg="add del">
        <pc:chgData name="Josué Silva de Morais" userId="f406c2cd-edfc-4057-be10-75858098c663" providerId="ADAL" clId="{A1824FC7-00A9-4708-B7FB-71BF84356830}" dt="2026-05-09T21:41:34.394" v="151"/>
        <pc:sldMkLst>
          <pc:docMk/>
          <pc:sldMk cId="2980207653" sldId="358"/>
        </pc:sldMkLst>
      </pc:sldChg>
      <pc:sldChg chg="add del">
        <pc:chgData name="Josué Silva de Morais" userId="f406c2cd-edfc-4057-be10-75858098c663" providerId="ADAL" clId="{A1824FC7-00A9-4708-B7FB-71BF84356830}" dt="2026-05-09T21:41:34.390" v="150"/>
        <pc:sldMkLst>
          <pc:docMk/>
          <pc:sldMk cId="995711317" sldId="359"/>
        </pc:sldMkLst>
      </pc:sldChg>
      <pc:sldChg chg="add del">
        <pc:chgData name="Josué Silva de Morais" userId="f406c2cd-edfc-4057-be10-75858098c663" providerId="ADAL" clId="{A1824FC7-00A9-4708-B7FB-71BF84356830}" dt="2026-05-09T21:41:34.386" v="149"/>
        <pc:sldMkLst>
          <pc:docMk/>
          <pc:sldMk cId="2804925149" sldId="360"/>
        </pc:sldMkLst>
      </pc:sldChg>
      <pc:sldChg chg="add del">
        <pc:chgData name="Josué Silva de Morais" userId="f406c2cd-edfc-4057-be10-75858098c663" providerId="ADAL" clId="{A1824FC7-00A9-4708-B7FB-71BF84356830}" dt="2026-05-09T21:41:34.381" v="148"/>
        <pc:sldMkLst>
          <pc:docMk/>
          <pc:sldMk cId="2949819023" sldId="361"/>
        </pc:sldMkLst>
      </pc:sldChg>
      <pc:sldChg chg="add del">
        <pc:chgData name="Josué Silva de Morais" userId="f406c2cd-edfc-4057-be10-75858098c663" providerId="ADAL" clId="{A1824FC7-00A9-4708-B7FB-71BF84356830}" dt="2026-05-09T21:41:34.379" v="147"/>
        <pc:sldMkLst>
          <pc:docMk/>
          <pc:sldMk cId="316768930" sldId="362"/>
        </pc:sldMkLst>
      </pc:sldChg>
      <pc:sldChg chg="add del">
        <pc:chgData name="Josué Silva de Morais" userId="f406c2cd-edfc-4057-be10-75858098c663" providerId="ADAL" clId="{A1824FC7-00A9-4708-B7FB-71BF84356830}" dt="2026-05-09T21:41:34.376" v="146"/>
        <pc:sldMkLst>
          <pc:docMk/>
          <pc:sldMk cId="789778550" sldId="363"/>
        </pc:sldMkLst>
      </pc:sldChg>
      <pc:sldChg chg="add del">
        <pc:chgData name="Josué Silva de Morais" userId="f406c2cd-edfc-4057-be10-75858098c663" providerId="ADAL" clId="{A1824FC7-00A9-4708-B7FB-71BF84356830}" dt="2026-05-09T21:41:34.371" v="145"/>
        <pc:sldMkLst>
          <pc:docMk/>
          <pc:sldMk cId="2008475884" sldId="364"/>
        </pc:sldMkLst>
      </pc:sldChg>
      <pc:sldChg chg="add del">
        <pc:chgData name="Josué Silva de Morais" userId="f406c2cd-edfc-4057-be10-75858098c663" providerId="ADAL" clId="{A1824FC7-00A9-4708-B7FB-71BF84356830}" dt="2026-05-09T21:41:34.365" v="144"/>
        <pc:sldMkLst>
          <pc:docMk/>
          <pc:sldMk cId="3167140444" sldId="365"/>
        </pc:sldMkLst>
      </pc:sldChg>
      <pc:sldChg chg="add del">
        <pc:chgData name="Josué Silva de Morais" userId="f406c2cd-edfc-4057-be10-75858098c663" providerId="ADAL" clId="{A1824FC7-00A9-4708-B7FB-71BF84356830}" dt="2026-05-09T21:41:34.446" v="165"/>
        <pc:sldMkLst>
          <pc:docMk/>
          <pc:sldMk cId="2271451926" sldId="366"/>
        </pc:sldMkLst>
      </pc:sldChg>
      <pc:sldChg chg="add del">
        <pc:chgData name="Josué Silva de Morais" userId="f406c2cd-edfc-4057-be10-75858098c663" providerId="ADAL" clId="{A1824FC7-00A9-4708-B7FB-71BF84356830}" dt="2026-05-09T21:42:00.807" v="179"/>
        <pc:sldMkLst>
          <pc:docMk/>
          <pc:sldMk cId="2422308866" sldId="367"/>
        </pc:sldMkLst>
      </pc:sldChg>
      <pc:sldChg chg="add">
        <pc:chgData name="Josué Silva de Morais" userId="f406c2cd-edfc-4057-be10-75858098c663" providerId="ADAL" clId="{A1824FC7-00A9-4708-B7FB-71BF84356830}" dt="2026-05-09T21:42:00.792" v="178"/>
        <pc:sldMkLst>
          <pc:docMk/>
          <pc:sldMk cId="99508773" sldId="368"/>
        </pc:sldMkLst>
      </pc:sldChg>
      <pc:sldChg chg="add del">
        <pc:chgData name="Josué Silva de Morais" userId="f406c2cd-edfc-4057-be10-75858098c663" providerId="ADAL" clId="{A1824FC7-00A9-4708-B7FB-71BF84356830}" dt="2026-05-09T21:41:34.482" v="177"/>
        <pc:sldMkLst>
          <pc:docMk/>
          <pc:sldMk cId="4195211948" sldId="368"/>
        </pc:sldMkLst>
      </pc:sldChg>
      <pc:sldChg chg="new del">
        <pc:chgData name="Josué Silva de Morais" userId="f406c2cd-edfc-4057-be10-75858098c663" providerId="ADAL" clId="{A1824FC7-00A9-4708-B7FB-71BF84356830}" dt="2026-05-09T21:43:37.430" v="182"/>
        <pc:sldMkLst>
          <pc:docMk/>
          <pc:sldMk cId="739923543" sldId="369"/>
        </pc:sldMkLst>
      </pc:sldChg>
      <pc:sldChg chg="add del">
        <pc:chgData name="Josué Silva de Morais" userId="f406c2cd-edfc-4057-be10-75858098c663" providerId="ADAL" clId="{A1824FC7-00A9-4708-B7FB-71BF84356830}" dt="2026-05-09T21:41:34.478" v="176"/>
        <pc:sldMkLst>
          <pc:docMk/>
          <pc:sldMk cId="2567009221" sldId="369"/>
        </pc:sldMkLst>
      </pc:sldChg>
      <pc:sldChg chg="add del">
        <pc:chgData name="Josué Silva de Morais" userId="f406c2cd-edfc-4057-be10-75858098c663" providerId="ADAL" clId="{A1824FC7-00A9-4708-B7FB-71BF84356830}" dt="2026-05-09T21:41:34.474" v="175"/>
        <pc:sldMkLst>
          <pc:docMk/>
          <pc:sldMk cId="3959045989" sldId="370"/>
        </pc:sldMkLst>
      </pc:sldChg>
      <pc:sldChg chg="add del">
        <pc:chgData name="Josué Silva de Morais" userId="f406c2cd-edfc-4057-be10-75858098c663" providerId="ADAL" clId="{A1824FC7-00A9-4708-B7FB-71BF84356830}" dt="2026-05-09T21:44:04.860" v="184"/>
        <pc:sldMkLst>
          <pc:docMk/>
          <pc:sldMk cId="4042786497" sldId="370"/>
        </pc:sldMkLst>
      </pc:sldChg>
      <pc:sldChg chg="add">
        <pc:chgData name="Josué Silva de Morais" userId="f406c2cd-edfc-4057-be10-75858098c663" providerId="ADAL" clId="{A1824FC7-00A9-4708-B7FB-71BF84356830}" dt="2026-05-09T21:44:04.857" v="183"/>
        <pc:sldMkLst>
          <pc:docMk/>
          <pc:sldMk cId="489382593" sldId="371"/>
        </pc:sldMkLst>
      </pc:sldChg>
      <pc:sldChg chg="add del">
        <pc:chgData name="Josué Silva de Morais" userId="f406c2cd-edfc-4057-be10-75858098c663" providerId="ADAL" clId="{A1824FC7-00A9-4708-B7FB-71BF84356830}" dt="2026-05-09T21:41:34.472" v="174"/>
        <pc:sldMkLst>
          <pc:docMk/>
          <pc:sldMk cId="2961244857" sldId="371"/>
        </pc:sldMkLst>
      </pc:sldChg>
      <pc:sldChg chg="add del">
        <pc:chgData name="Josué Silva de Morais" userId="f406c2cd-edfc-4057-be10-75858098c663" providerId="ADAL" clId="{A1824FC7-00A9-4708-B7FB-71BF84356830}" dt="2026-05-09T21:41:34.469" v="173"/>
        <pc:sldMkLst>
          <pc:docMk/>
          <pc:sldMk cId="779252348" sldId="372"/>
        </pc:sldMkLst>
      </pc:sldChg>
      <pc:sldChg chg="new del">
        <pc:chgData name="Josué Silva de Morais" userId="f406c2cd-edfc-4057-be10-75858098c663" providerId="ADAL" clId="{A1824FC7-00A9-4708-B7FB-71BF84356830}" dt="2026-05-09T21:45:40.975" v="229"/>
        <pc:sldMkLst>
          <pc:docMk/>
          <pc:sldMk cId="1427866147" sldId="372"/>
        </pc:sldMkLst>
      </pc:sldChg>
      <pc:sldChg chg="new del">
        <pc:chgData name="Josué Silva de Morais" userId="f406c2cd-edfc-4057-be10-75858098c663" providerId="ADAL" clId="{A1824FC7-00A9-4708-B7FB-71BF84356830}" dt="2026-05-09T21:46:25.293" v="247"/>
        <pc:sldMkLst>
          <pc:docMk/>
          <pc:sldMk cId="431101931" sldId="373"/>
        </pc:sldMkLst>
      </pc:sldChg>
      <pc:sldChg chg="add del">
        <pc:chgData name="Josué Silva de Morais" userId="f406c2cd-edfc-4057-be10-75858098c663" providerId="ADAL" clId="{A1824FC7-00A9-4708-B7FB-71BF84356830}" dt="2026-05-09T21:41:34.466" v="172"/>
        <pc:sldMkLst>
          <pc:docMk/>
          <pc:sldMk cId="3406717951" sldId="373"/>
        </pc:sldMkLst>
      </pc:sldChg>
      <pc:sldChg chg="new del">
        <pc:chgData name="Josué Silva de Morais" userId="f406c2cd-edfc-4057-be10-75858098c663" providerId="ADAL" clId="{A1824FC7-00A9-4708-B7FB-71BF84356830}" dt="2026-05-09T21:46:51.185" v="249"/>
        <pc:sldMkLst>
          <pc:docMk/>
          <pc:sldMk cId="995670435" sldId="374"/>
        </pc:sldMkLst>
      </pc:sldChg>
      <pc:sldChg chg="add del">
        <pc:chgData name="Josué Silva de Morais" userId="f406c2cd-edfc-4057-be10-75858098c663" providerId="ADAL" clId="{A1824FC7-00A9-4708-B7FB-71BF84356830}" dt="2026-05-09T21:41:34.462" v="171"/>
        <pc:sldMkLst>
          <pc:docMk/>
          <pc:sldMk cId="4098745586" sldId="374"/>
        </pc:sldMkLst>
      </pc:sldChg>
      <pc:sldChg chg="add del">
        <pc:chgData name="Josué Silva de Morais" userId="f406c2cd-edfc-4057-be10-75858098c663" providerId="ADAL" clId="{A1824FC7-00A9-4708-B7FB-71BF84356830}" dt="2026-05-09T21:41:34.459" v="170"/>
        <pc:sldMkLst>
          <pc:docMk/>
          <pc:sldMk cId="2242054103" sldId="375"/>
        </pc:sldMkLst>
      </pc:sldChg>
      <pc:sldChg chg="new del">
        <pc:chgData name="Josué Silva de Morais" userId="f406c2cd-edfc-4057-be10-75858098c663" providerId="ADAL" clId="{A1824FC7-00A9-4708-B7FB-71BF84356830}" dt="2026-05-09T21:47:20.745" v="251"/>
        <pc:sldMkLst>
          <pc:docMk/>
          <pc:sldMk cId="3430298279" sldId="375"/>
        </pc:sldMkLst>
      </pc:sldChg>
      <pc:sldChg chg="new del">
        <pc:chgData name="Josué Silva de Morais" userId="f406c2cd-edfc-4057-be10-75858098c663" providerId="ADAL" clId="{A1824FC7-00A9-4708-B7FB-71BF84356830}" dt="2026-05-09T21:47:47.693" v="253"/>
        <pc:sldMkLst>
          <pc:docMk/>
          <pc:sldMk cId="326559193" sldId="376"/>
        </pc:sldMkLst>
      </pc:sldChg>
      <pc:sldChg chg="add del">
        <pc:chgData name="Josué Silva de Morais" userId="f406c2cd-edfc-4057-be10-75858098c663" providerId="ADAL" clId="{A1824FC7-00A9-4708-B7FB-71BF84356830}" dt="2026-05-09T21:41:34.457" v="169"/>
        <pc:sldMkLst>
          <pc:docMk/>
          <pc:sldMk cId="2567018073" sldId="376"/>
        </pc:sldMkLst>
      </pc:sldChg>
      <pc:sldChg chg="add del">
        <pc:chgData name="Josué Silva de Morais" userId="f406c2cd-edfc-4057-be10-75858098c663" providerId="ADAL" clId="{A1824FC7-00A9-4708-B7FB-71BF84356830}" dt="2026-05-09T21:41:34.455" v="168"/>
        <pc:sldMkLst>
          <pc:docMk/>
          <pc:sldMk cId="1806829520" sldId="377"/>
        </pc:sldMkLst>
      </pc:sldChg>
      <pc:sldChg chg="new del">
        <pc:chgData name="Josué Silva de Morais" userId="f406c2cd-edfc-4057-be10-75858098c663" providerId="ADAL" clId="{A1824FC7-00A9-4708-B7FB-71BF84356830}" dt="2026-05-09T21:48:15.173" v="255"/>
        <pc:sldMkLst>
          <pc:docMk/>
          <pc:sldMk cId="2650607782" sldId="377"/>
        </pc:sldMkLst>
      </pc:sldChg>
      <pc:sldChg chg="add del">
        <pc:chgData name="Josué Silva de Morais" userId="f406c2cd-edfc-4057-be10-75858098c663" providerId="ADAL" clId="{A1824FC7-00A9-4708-B7FB-71BF84356830}" dt="2026-05-09T21:41:34.453" v="167"/>
        <pc:sldMkLst>
          <pc:docMk/>
          <pc:sldMk cId="3202593936" sldId="378"/>
        </pc:sldMkLst>
      </pc:sldChg>
      <pc:sldChg chg="new del">
        <pc:chgData name="Josué Silva de Morais" userId="f406c2cd-edfc-4057-be10-75858098c663" providerId="ADAL" clId="{A1824FC7-00A9-4708-B7FB-71BF84356830}" dt="2026-05-09T21:48:38.780" v="257"/>
        <pc:sldMkLst>
          <pc:docMk/>
          <pc:sldMk cId="3925733275" sldId="378"/>
        </pc:sldMkLst>
      </pc:sldChg>
      <pc:sldChg chg="add del">
        <pc:chgData name="Josué Silva de Morais" userId="f406c2cd-edfc-4057-be10-75858098c663" providerId="ADAL" clId="{A1824FC7-00A9-4708-B7FB-71BF84356830}" dt="2026-05-09T21:41:34.450" v="166"/>
        <pc:sldMkLst>
          <pc:docMk/>
          <pc:sldMk cId="3780259160" sldId="379"/>
        </pc:sldMkLst>
      </pc:sldChg>
      <pc:sldChg chg="new del">
        <pc:chgData name="Josué Silva de Morais" userId="f406c2cd-edfc-4057-be10-75858098c663" providerId="ADAL" clId="{A1824FC7-00A9-4708-B7FB-71BF84356830}" dt="2026-05-09T21:49:56.388" v="259"/>
        <pc:sldMkLst>
          <pc:docMk/>
          <pc:sldMk cId="4281613814" sldId="379"/>
        </pc:sldMkLst>
      </pc:sldChg>
      <pc:sldChg chg="add del">
        <pc:chgData name="Josué Silva de Morais" userId="f406c2cd-edfc-4057-be10-75858098c663" providerId="ADAL" clId="{A1824FC7-00A9-4708-B7FB-71BF84356830}" dt="2026-05-09T21:41:34.441" v="164"/>
        <pc:sldMkLst>
          <pc:docMk/>
          <pc:sldMk cId="1268932291" sldId="380"/>
        </pc:sldMkLst>
      </pc:sldChg>
      <pc:sldChg chg="new del">
        <pc:chgData name="Josué Silva de Morais" userId="f406c2cd-edfc-4057-be10-75858098c663" providerId="ADAL" clId="{A1824FC7-00A9-4708-B7FB-71BF84356830}" dt="2026-05-09T21:50:28.988" v="261"/>
        <pc:sldMkLst>
          <pc:docMk/>
          <pc:sldMk cId="2570512290" sldId="380"/>
        </pc:sldMkLst>
      </pc:sldChg>
      <pc:sldChg chg="new del">
        <pc:chgData name="Josué Silva de Morais" userId="f406c2cd-edfc-4057-be10-75858098c663" providerId="ADAL" clId="{A1824FC7-00A9-4708-B7FB-71BF84356830}" dt="2026-05-09T21:51:01.520" v="263"/>
        <pc:sldMkLst>
          <pc:docMk/>
          <pc:sldMk cId="438104164" sldId="381"/>
        </pc:sldMkLst>
      </pc:sldChg>
      <pc:sldChg chg="add del">
        <pc:chgData name="Josué Silva de Morais" userId="f406c2cd-edfc-4057-be10-75858098c663" providerId="ADAL" clId="{A1824FC7-00A9-4708-B7FB-71BF84356830}" dt="2026-05-09T21:41:34.439" v="163"/>
        <pc:sldMkLst>
          <pc:docMk/>
          <pc:sldMk cId="1049257130" sldId="381"/>
        </pc:sldMkLst>
      </pc:sldChg>
      <pc:sldChg chg="new del">
        <pc:chgData name="Josué Silva de Morais" userId="f406c2cd-edfc-4057-be10-75858098c663" providerId="ADAL" clId="{A1824FC7-00A9-4708-B7FB-71BF84356830}" dt="2026-05-09T21:53:09.534" v="265"/>
        <pc:sldMkLst>
          <pc:docMk/>
          <pc:sldMk cId="1125899246" sldId="382"/>
        </pc:sldMkLst>
      </pc:sldChg>
      <pc:sldChg chg="add del">
        <pc:chgData name="Josué Silva de Morais" userId="f406c2cd-edfc-4057-be10-75858098c663" providerId="ADAL" clId="{A1824FC7-00A9-4708-B7FB-71BF84356830}" dt="2026-05-09T21:41:34.437" v="162"/>
        <pc:sldMkLst>
          <pc:docMk/>
          <pc:sldMk cId="2636236746" sldId="382"/>
        </pc:sldMkLst>
      </pc:sldChg>
      <pc:sldChg chg="add del">
        <pc:chgData name="Josué Silva de Morais" userId="f406c2cd-edfc-4057-be10-75858098c663" providerId="ADAL" clId="{A1824FC7-00A9-4708-B7FB-71BF84356830}" dt="2026-05-09T21:41:34.433" v="161"/>
        <pc:sldMkLst>
          <pc:docMk/>
          <pc:sldMk cId="1184634588" sldId="383"/>
        </pc:sldMkLst>
      </pc:sldChg>
      <pc:sldChg chg="new del">
        <pc:chgData name="Josué Silva de Morais" userId="f406c2cd-edfc-4057-be10-75858098c663" providerId="ADAL" clId="{A1824FC7-00A9-4708-B7FB-71BF84356830}" dt="2026-05-09T21:56:44.774" v="270"/>
        <pc:sldMkLst>
          <pc:docMk/>
          <pc:sldMk cId="2098075061" sldId="383"/>
        </pc:sldMkLst>
      </pc:sldChg>
      <pc:sldChg chg="new del">
        <pc:chgData name="Josué Silva de Morais" userId="f406c2cd-edfc-4057-be10-75858098c663" providerId="ADAL" clId="{A1824FC7-00A9-4708-B7FB-71BF84356830}" dt="2026-05-09T21:57:03.518" v="272"/>
        <pc:sldMkLst>
          <pc:docMk/>
          <pc:sldMk cId="868431127" sldId="384"/>
        </pc:sldMkLst>
      </pc:sldChg>
      <pc:sldChg chg="new del">
        <pc:chgData name="Josué Silva de Morais" userId="f406c2cd-edfc-4057-be10-75858098c663" providerId="ADAL" clId="{A1824FC7-00A9-4708-B7FB-71BF84356830}" dt="2026-05-09T21:57:58.199" v="274"/>
        <pc:sldMkLst>
          <pc:docMk/>
          <pc:sldMk cId="1242791612" sldId="385"/>
        </pc:sldMkLst>
      </pc:sldChg>
      <pc:sldChg chg="new del">
        <pc:chgData name="Josué Silva de Morais" userId="f406c2cd-edfc-4057-be10-75858098c663" providerId="ADAL" clId="{A1824FC7-00A9-4708-B7FB-71BF84356830}" dt="2026-05-09T21:59:04.008" v="276"/>
        <pc:sldMkLst>
          <pc:docMk/>
          <pc:sldMk cId="840736138" sldId="386"/>
        </pc:sldMkLst>
      </pc:sldChg>
      <pc:sldChg chg="new del">
        <pc:chgData name="Josué Silva de Morais" userId="f406c2cd-edfc-4057-be10-75858098c663" providerId="ADAL" clId="{A1824FC7-00A9-4708-B7FB-71BF84356830}" dt="2026-05-09T21:59:34.587" v="278"/>
        <pc:sldMkLst>
          <pc:docMk/>
          <pc:sldMk cId="3000260471" sldId="387"/>
        </pc:sldMkLst>
      </pc:sldChg>
      <pc:sldChg chg="new del">
        <pc:chgData name="Josué Silva de Morais" userId="f406c2cd-edfc-4057-be10-75858098c663" providerId="ADAL" clId="{A1824FC7-00A9-4708-B7FB-71BF84356830}" dt="2026-05-09T22:00:15.884" v="291"/>
        <pc:sldMkLst>
          <pc:docMk/>
          <pc:sldMk cId="2968381491" sldId="388"/>
        </pc:sldMkLst>
      </pc:sldChg>
      <pc:sldChg chg="new del">
        <pc:chgData name="Josué Silva de Morais" userId="f406c2cd-edfc-4057-be10-75858098c663" providerId="ADAL" clId="{A1824FC7-00A9-4708-B7FB-71BF84356830}" dt="2026-05-09T22:00:36.905" v="321"/>
        <pc:sldMkLst>
          <pc:docMk/>
          <pc:sldMk cId="1790104053" sldId="389"/>
        </pc:sldMkLst>
      </pc:sldChg>
      <pc:sldChg chg="new del">
        <pc:chgData name="Josué Silva de Morais" userId="f406c2cd-edfc-4057-be10-75858098c663" providerId="ADAL" clId="{A1824FC7-00A9-4708-B7FB-71BF84356830}" dt="2026-05-09T22:01:26.289" v="379"/>
        <pc:sldMkLst>
          <pc:docMk/>
          <pc:sldMk cId="487154235" sldId="390"/>
        </pc:sldMkLst>
      </pc:sldChg>
      <pc:sldChg chg="new del">
        <pc:chgData name="Josué Silva de Morais" userId="f406c2cd-edfc-4057-be10-75858098c663" providerId="ADAL" clId="{A1824FC7-00A9-4708-B7FB-71BF84356830}" dt="2026-05-09T22:02:03.682" v="381"/>
        <pc:sldMkLst>
          <pc:docMk/>
          <pc:sldMk cId="3864593470" sldId="391"/>
        </pc:sldMkLst>
      </pc:sldChg>
      <pc:sldChg chg="new del">
        <pc:chgData name="Josué Silva de Morais" userId="f406c2cd-edfc-4057-be10-75858098c663" providerId="ADAL" clId="{A1824FC7-00A9-4708-B7FB-71BF84356830}" dt="2026-05-09T22:02:41.716" v="383"/>
        <pc:sldMkLst>
          <pc:docMk/>
          <pc:sldMk cId="3279544215" sldId="392"/>
        </pc:sldMkLst>
      </pc:sldChg>
      <pc:sldChg chg="new del">
        <pc:chgData name="Josué Silva de Morais" userId="f406c2cd-edfc-4057-be10-75858098c663" providerId="ADAL" clId="{A1824FC7-00A9-4708-B7FB-71BF84356830}" dt="2026-05-09T22:03:19.561" v="385"/>
        <pc:sldMkLst>
          <pc:docMk/>
          <pc:sldMk cId="949373068" sldId="393"/>
        </pc:sldMkLst>
      </pc:sldChg>
      <pc:sldChg chg="new del">
        <pc:chgData name="Josué Silva de Morais" userId="f406c2cd-edfc-4057-be10-75858098c663" providerId="ADAL" clId="{A1824FC7-00A9-4708-B7FB-71BF84356830}" dt="2026-05-09T22:03:57.349" v="387"/>
        <pc:sldMkLst>
          <pc:docMk/>
          <pc:sldMk cId="2629158304" sldId="394"/>
        </pc:sldMkLst>
      </pc:sldChg>
      <pc:sldChg chg="new del">
        <pc:chgData name="Josué Silva de Morais" userId="f406c2cd-edfc-4057-be10-75858098c663" providerId="ADAL" clId="{A1824FC7-00A9-4708-B7FB-71BF84356830}" dt="2026-05-09T22:04:36.426" v="390"/>
        <pc:sldMkLst>
          <pc:docMk/>
          <pc:sldMk cId="3342618138" sldId="395"/>
        </pc:sldMkLst>
      </pc:sldChg>
      <pc:sldChg chg="new del">
        <pc:chgData name="Josué Silva de Morais" userId="f406c2cd-edfc-4057-be10-75858098c663" providerId="ADAL" clId="{A1824FC7-00A9-4708-B7FB-71BF84356830}" dt="2026-05-09T22:05:19.854" v="392"/>
        <pc:sldMkLst>
          <pc:docMk/>
          <pc:sldMk cId="53553015" sldId="396"/>
        </pc:sldMkLst>
      </pc:sldChg>
      <pc:sldChg chg="new del">
        <pc:chgData name="Josué Silva de Morais" userId="f406c2cd-edfc-4057-be10-75858098c663" providerId="ADAL" clId="{A1824FC7-00A9-4708-B7FB-71BF84356830}" dt="2026-05-09T22:05:55.589" v="394"/>
        <pc:sldMkLst>
          <pc:docMk/>
          <pc:sldMk cId="432946265" sldId="397"/>
        </pc:sldMkLst>
      </pc:sldChg>
      <pc:sldChg chg="new del">
        <pc:chgData name="Josué Silva de Morais" userId="f406c2cd-edfc-4057-be10-75858098c663" providerId="ADAL" clId="{A1824FC7-00A9-4708-B7FB-71BF84356830}" dt="2026-05-09T22:06:34.433" v="399"/>
        <pc:sldMkLst>
          <pc:docMk/>
          <pc:sldMk cId="821570879" sldId="398"/>
        </pc:sldMkLst>
      </pc:sldChg>
      <pc:sldChg chg="new del">
        <pc:chgData name="Josué Silva de Morais" userId="f406c2cd-edfc-4057-be10-75858098c663" providerId="ADAL" clId="{A1824FC7-00A9-4708-B7FB-71BF84356830}" dt="2026-05-09T22:07:17.115" v="414"/>
        <pc:sldMkLst>
          <pc:docMk/>
          <pc:sldMk cId="1641323423" sldId="399"/>
        </pc:sldMkLst>
      </pc:sldChg>
      <pc:sldChg chg="new del">
        <pc:chgData name="Josué Silva de Morais" userId="f406c2cd-edfc-4057-be10-75858098c663" providerId="ADAL" clId="{A1824FC7-00A9-4708-B7FB-71BF84356830}" dt="2026-05-09T22:07:45.215" v="416"/>
        <pc:sldMkLst>
          <pc:docMk/>
          <pc:sldMk cId="1399271938" sldId="400"/>
        </pc:sldMkLst>
      </pc:sldChg>
      <pc:sldChg chg="new del">
        <pc:chgData name="Josué Silva de Morais" userId="f406c2cd-edfc-4057-be10-75858098c663" providerId="ADAL" clId="{A1824FC7-00A9-4708-B7FB-71BF84356830}" dt="2026-05-09T22:08:23.170" v="418"/>
        <pc:sldMkLst>
          <pc:docMk/>
          <pc:sldMk cId="3691084546" sldId="401"/>
        </pc:sldMkLst>
      </pc:sldChg>
      <pc:sldChg chg="new del">
        <pc:chgData name="Josué Silva de Morais" userId="f406c2cd-edfc-4057-be10-75858098c663" providerId="ADAL" clId="{A1824FC7-00A9-4708-B7FB-71BF84356830}" dt="2026-05-09T22:08:58.800" v="420"/>
        <pc:sldMkLst>
          <pc:docMk/>
          <pc:sldMk cId="3790417286" sldId="402"/>
        </pc:sldMkLst>
      </pc:sldChg>
      <pc:sldChg chg="new del">
        <pc:chgData name="Josué Silva de Morais" userId="f406c2cd-edfc-4057-be10-75858098c663" providerId="ADAL" clId="{A1824FC7-00A9-4708-B7FB-71BF84356830}" dt="2026-05-09T22:09:38.198" v="422"/>
        <pc:sldMkLst>
          <pc:docMk/>
          <pc:sldMk cId="2233421016" sldId="403"/>
        </pc:sldMkLst>
      </pc:sldChg>
      <pc:sldChg chg="new del">
        <pc:chgData name="Josué Silva de Morais" userId="f406c2cd-edfc-4057-be10-75858098c663" providerId="ADAL" clId="{A1824FC7-00A9-4708-B7FB-71BF84356830}" dt="2026-05-09T22:10:15.959" v="424"/>
        <pc:sldMkLst>
          <pc:docMk/>
          <pc:sldMk cId="1525592626" sldId="404"/>
        </pc:sldMkLst>
      </pc:sldChg>
      <pc:sldChg chg="new del">
        <pc:chgData name="Josué Silva de Morais" userId="f406c2cd-edfc-4057-be10-75858098c663" providerId="ADAL" clId="{A1824FC7-00A9-4708-B7FB-71BF84356830}" dt="2026-05-09T22:11:01.473" v="426"/>
        <pc:sldMkLst>
          <pc:docMk/>
          <pc:sldMk cId="2625381778" sldId="405"/>
        </pc:sldMkLst>
      </pc:sldChg>
      <pc:sldChg chg="new del">
        <pc:chgData name="Josué Silva de Morais" userId="f406c2cd-edfc-4057-be10-75858098c663" providerId="ADAL" clId="{A1824FC7-00A9-4708-B7FB-71BF84356830}" dt="2026-05-09T22:11:49.226" v="428"/>
        <pc:sldMkLst>
          <pc:docMk/>
          <pc:sldMk cId="3702423210" sldId="406"/>
        </pc:sldMkLst>
      </pc:sldChg>
      <pc:sldChg chg="new del">
        <pc:chgData name="Josué Silva de Morais" userId="f406c2cd-edfc-4057-be10-75858098c663" providerId="ADAL" clId="{A1824FC7-00A9-4708-B7FB-71BF84356830}" dt="2026-05-09T22:12:27.686" v="430"/>
        <pc:sldMkLst>
          <pc:docMk/>
          <pc:sldMk cId="4187432564" sldId="407"/>
        </pc:sldMkLst>
      </pc:sldChg>
      <pc:sldChg chg="new del">
        <pc:chgData name="Josué Silva de Morais" userId="f406c2cd-edfc-4057-be10-75858098c663" providerId="ADAL" clId="{A1824FC7-00A9-4708-B7FB-71BF84356830}" dt="2026-05-09T22:13:14.766" v="434"/>
        <pc:sldMkLst>
          <pc:docMk/>
          <pc:sldMk cId="310427889" sldId="408"/>
        </pc:sldMkLst>
      </pc:sldChg>
      <pc:sldChg chg="new del">
        <pc:chgData name="Josué Silva de Morais" userId="f406c2cd-edfc-4057-be10-75858098c663" providerId="ADAL" clId="{A1824FC7-00A9-4708-B7FB-71BF84356830}" dt="2026-05-09T22:14:05.386" v="483"/>
        <pc:sldMkLst>
          <pc:docMk/>
          <pc:sldMk cId="229087284" sldId="409"/>
        </pc:sldMkLst>
      </pc:sldChg>
      <pc:sldChg chg="new del">
        <pc:chgData name="Josué Silva de Morais" userId="f406c2cd-edfc-4057-be10-75858098c663" providerId="ADAL" clId="{A1824FC7-00A9-4708-B7FB-71BF84356830}" dt="2026-05-09T22:14:52.353" v="494"/>
        <pc:sldMkLst>
          <pc:docMk/>
          <pc:sldMk cId="3487239127" sldId="410"/>
        </pc:sldMkLst>
      </pc:sldChg>
      <pc:sldChg chg="new del">
        <pc:chgData name="Josué Silva de Morais" userId="f406c2cd-edfc-4057-be10-75858098c663" providerId="ADAL" clId="{A1824FC7-00A9-4708-B7FB-71BF84356830}" dt="2026-05-09T22:15:34.160" v="499"/>
        <pc:sldMkLst>
          <pc:docMk/>
          <pc:sldMk cId="3721086551" sldId="411"/>
        </pc:sldMkLst>
      </pc:sldChg>
      <pc:sldChg chg="new del">
        <pc:chgData name="Josué Silva de Morais" userId="f406c2cd-edfc-4057-be10-75858098c663" providerId="ADAL" clId="{A1824FC7-00A9-4708-B7FB-71BF84356830}" dt="2026-05-09T22:16:11.309" v="501"/>
        <pc:sldMkLst>
          <pc:docMk/>
          <pc:sldMk cId="2713648735" sldId="412"/>
        </pc:sldMkLst>
      </pc:sldChg>
      <pc:sldChg chg="new del">
        <pc:chgData name="Josué Silva de Morais" userId="f406c2cd-edfc-4057-be10-75858098c663" providerId="ADAL" clId="{A1824FC7-00A9-4708-B7FB-71BF84356830}" dt="2026-05-09T22:16:38.639" v="503"/>
        <pc:sldMkLst>
          <pc:docMk/>
          <pc:sldMk cId="1348527152" sldId="413"/>
        </pc:sldMkLst>
      </pc:sldChg>
      <pc:sldChg chg="new del">
        <pc:chgData name="Josué Silva de Morais" userId="f406c2cd-edfc-4057-be10-75858098c663" providerId="ADAL" clId="{A1824FC7-00A9-4708-B7FB-71BF84356830}" dt="2026-05-09T22:17:08.744" v="525"/>
        <pc:sldMkLst>
          <pc:docMk/>
          <pc:sldMk cId="1785309431" sldId="414"/>
        </pc:sldMkLst>
      </pc:sldChg>
      <pc:sldChg chg="modSp add mod">
        <pc:chgData name="Josué Silva de Morais" userId="f406c2cd-edfc-4057-be10-75858098c663" providerId="ADAL" clId="{A1824FC7-00A9-4708-B7FB-71BF84356830}" dt="2026-05-09T21:45:57.122" v="245"/>
        <pc:sldMkLst>
          <pc:docMk/>
          <pc:sldMk cId="782435194" sldId="415"/>
        </pc:sldMkLst>
        <pc:spChg chg="mod">
          <ac:chgData name="Josué Silva de Morais" userId="f406c2cd-edfc-4057-be10-75858098c663" providerId="ADAL" clId="{A1824FC7-00A9-4708-B7FB-71BF84356830}" dt="2026-05-09T21:45:57.100" v="231"/>
          <ac:spMkLst>
            <pc:docMk/>
            <pc:sldMk cId="782435194" sldId="415"/>
            <ac:spMk id="20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1:45:57.103" v="233"/>
          <ac:spMkLst>
            <pc:docMk/>
            <pc:sldMk cId="782435194" sldId="415"/>
            <ac:spMk id="204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1:45:57.106" v="235"/>
          <ac:spMkLst>
            <pc:docMk/>
            <pc:sldMk cId="782435194" sldId="415"/>
            <ac:spMk id="208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1:45:57.109" v="237"/>
          <ac:spMkLst>
            <pc:docMk/>
            <pc:sldMk cId="782435194" sldId="415"/>
            <ac:spMk id="209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1:45:57.113" v="239"/>
          <ac:spMkLst>
            <pc:docMk/>
            <pc:sldMk cId="782435194" sldId="415"/>
            <ac:spMk id="21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1:45:57.116" v="241"/>
          <ac:spMkLst>
            <pc:docMk/>
            <pc:sldMk cId="782435194" sldId="415"/>
            <ac:spMk id="214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1:45:57.119" v="243"/>
          <ac:spMkLst>
            <pc:docMk/>
            <pc:sldMk cId="782435194" sldId="415"/>
            <ac:spMk id="218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1:45:57.122" v="245"/>
          <ac:spMkLst>
            <pc:docMk/>
            <pc:sldMk cId="782435194" sldId="415"/>
            <ac:spMk id="219" creationId="{00000000-0000-0000-0000-000000000000}"/>
          </ac:spMkLst>
        </pc:spChg>
      </pc:sldChg>
      <pc:sldChg chg="add">
        <pc:chgData name="Josué Silva de Morais" userId="f406c2cd-edfc-4057-be10-75858098c663" providerId="ADAL" clId="{A1824FC7-00A9-4708-B7FB-71BF84356830}" dt="2026-05-09T21:46:25.288" v="246"/>
        <pc:sldMkLst>
          <pc:docMk/>
          <pc:sldMk cId="261565213" sldId="416"/>
        </pc:sldMkLst>
      </pc:sldChg>
      <pc:sldChg chg="add">
        <pc:chgData name="Josué Silva de Morais" userId="f406c2cd-edfc-4057-be10-75858098c663" providerId="ADAL" clId="{A1824FC7-00A9-4708-B7FB-71BF84356830}" dt="2026-05-09T21:46:51.182" v="248"/>
        <pc:sldMkLst>
          <pc:docMk/>
          <pc:sldMk cId="1245299114" sldId="417"/>
        </pc:sldMkLst>
      </pc:sldChg>
      <pc:sldChg chg="add">
        <pc:chgData name="Josué Silva de Morais" userId="f406c2cd-edfc-4057-be10-75858098c663" providerId="ADAL" clId="{A1824FC7-00A9-4708-B7FB-71BF84356830}" dt="2026-05-09T21:47:20.735" v="250"/>
        <pc:sldMkLst>
          <pc:docMk/>
          <pc:sldMk cId="3737359053" sldId="418"/>
        </pc:sldMkLst>
      </pc:sldChg>
      <pc:sldChg chg="add">
        <pc:chgData name="Josué Silva de Morais" userId="f406c2cd-edfc-4057-be10-75858098c663" providerId="ADAL" clId="{A1824FC7-00A9-4708-B7FB-71BF84356830}" dt="2026-05-09T21:47:47.687" v="252"/>
        <pc:sldMkLst>
          <pc:docMk/>
          <pc:sldMk cId="3700449750" sldId="419"/>
        </pc:sldMkLst>
      </pc:sldChg>
      <pc:sldChg chg="add">
        <pc:chgData name="Josué Silva de Morais" userId="f406c2cd-edfc-4057-be10-75858098c663" providerId="ADAL" clId="{A1824FC7-00A9-4708-B7FB-71BF84356830}" dt="2026-05-09T21:48:15.169" v="254"/>
        <pc:sldMkLst>
          <pc:docMk/>
          <pc:sldMk cId="339964959" sldId="420"/>
        </pc:sldMkLst>
      </pc:sldChg>
      <pc:sldChg chg="add">
        <pc:chgData name="Josué Silva de Morais" userId="f406c2cd-edfc-4057-be10-75858098c663" providerId="ADAL" clId="{A1824FC7-00A9-4708-B7FB-71BF84356830}" dt="2026-05-09T21:48:38.773" v="256"/>
        <pc:sldMkLst>
          <pc:docMk/>
          <pc:sldMk cId="447725528" sldId="421"/>
        </pc:sldMkLst>
      </pc:sldChg>
      <pc:sldChg chg="add">
        <pc:chgData name="Josué Silva de Morais" userId="f406c2cd-edfc-4057-be10-75858098c663" providerId="ADAL" clId="{A1824FC7-00A9-4708-B7FB-71BF84356830}" dt="2026-05-09T21:49:56.381" v="258"/>
        <pc:sldMkLst>
          <pc:docMk/>
          <pc:sldMk cId="1026975851" sldId="422"/>
        </pc:sldMkLst>
      </pc:sldChg>
      <pc:sldChg chg="add">
        <pc:chgData name="Josué Silva de Morais" userId="f406c2cd-edfc-4057-be10-75858098c663" providerId="ADAL" clId="{A1824FC7-00A9-4708-B7FB-71BF84356830}" dt="2026-05-09T21:50:28.984" v="260"/>
        <pc:sldMkLst>
          <pc:docMk/>
          <pc:sldMk cId="2285051469" sldId="423"/>
        </pc:sldMkLst>
      </pc:sldChg>
      <pc:sldChg chg="add">
        <pc:chgData name="Josué Silva de Morais" userId="f406c2cd-edfc-4057-be10-75858098c663" providerId="ADAL" clId="{A1824FC7-00A9-4708-B7FB-71BF84356830}" dt="2026-05-09T21:51:01.510" v="262"/>
        <pc:sldMkLst>
          <pc:docMk/>
          <pc:sldMk cId="622287698" sldId="424"/>
        </pc:sldMkLst>
      </pc:sldChg>
      <pc:sldChg chg="delSp add del mod">
        <pc:chgData name="Josué Silva de Morais" userId="f406c2cd-edfc-4057-be10-75858098c663" providerId="ADAL" clId="{A1824FC7-00A9-4708-B7FB-71BF84356830}" dt="2026-05-09T21:56:14.279" v="268"/>
        <pc:sldMkLst>
          <pc:docMk/>
          <pc:sldMk cId="2069633921" sldId="425"/>
        </pc:sldMkLst>
        <pc:spChg chg="del">
          <ac:chgData name="Josué Silva de Morais" userId="f406c2cd-edfc-4057-be10-75858098c663" providerId="ADAL" clId="{A1824FC7-00A9-4708-B7FB-71BF84356830}" dt="2026-05-09T21:54:39.142" v="266"/>
          <ac:spMkLst>
            <pc:docMk/>
            <pc:sldMk cId="2069633921" sldId="425"/>
            <ac:spMk id="999" creationId="{00000000-0000-0000-0000-000000000000}"/>
          </ac:spMkLst>
        </pc:spChg>
      </pc:sldChg>
      <pc:sldChg chg="add">
        <pc:chgData name="Josué Silva de Morais" userId="f406c2cd-edfc-4057-be10-75858098c663" providerId="ADAL" clId="{A1824FC7-00A9-4708-B7FB-71BF84356830}" dt="2026-05-09T21:56:14.268" v="267"/>
        <pc:sldMkLst>
          <pc:docMk/>
          <pc:sldMk cId="985280935" sldId="426"/>
        </pc:sldMkLst>
      </pc:sldChg>
      <pc:sldChg chg="add">
        <pc:chgData name="Josué Silva de Morais" userId="f406c2cd-edfc-4057-be10-75858098c663" providerId="ADAL" clId="{A1824FC7-00A9-4708-B7FB-71BF84356830}" dt="2026-05-09T21:56:44.765" v="269"/>
        <pc:sldMkLst>
          <pc:docMk/>
          <pc:sldMk cId="4089223912" sldId="427"/>
        </pc:sldMkLst>
      </pc:sldChg>
      <pc:sldChg chg="add">
        <pc:chgData name="Josué Silva de Morais" userId="f406c2cd-edfc-4057-be10-75858098c663" providerId="ADAL" clId="{A1824FC7-00A9-4708-B7FB-71BF84356830}" dt="2026-05-09T21:57:03.503" v="271"/>
        <pc:sldMkLst>
          <pc:docMk/>
          <pc:sldMk cId="3911518168" sldId="428"/>
        </pc:sldMkLst>
      </pc:sldChg>
      <pc:sldChg chg="add">
        <pc:chgData name="Josué Silva de Morais" userId="f406c2cd-edfc-4057-be10-75858098c663" providerId="ADAL" clId="{A1824FC7-00A9-4708-B7FB-71BF84356830}" dt="2026-05-09T21:57:58.188" v="273"/>
        <pc:sldMkLst>
          <pc:docMk/>
          <pc:sldMk cId="893457596" sldId="429"/>
        </pc:sldMkLst>
      </pc:sldChg>
      <pc:sldChg chg="add">
        <pc:chgData name="Josué Silva de Morais" userId="f406c2cd-edfc-4057-be10-75858098c663" providerId="ADAL" clId="{A1824FC7-00A9-4708-B7FB-71BF84356830}" dt="2026-05-09T21:59:03.998" v="275"/>
        <pc:sldMkLst>
          <pc:docMk/>
          <pc:sldMk cId="4104812987" sldId="430"/>
        </pc:sldMkLst>
      </pc:sldChg>
      <pc:sldChg chg="modSp add mod">
        <pc:chgData name="Josué Silva de Morais" userId="f406c2cd-edfc-4057-be10-75858098c663" providerId="ADAL" clId="{A1824FC7-00A9-4708-B7FB-71BF84356830}" dt="2026-05-09T22:01:09.699" v="377" actId="14100"/>
        <pc:sldMkLst>
          <pc:docMk/>
          <pc:sldMk cId="3987808414" sldId="431"/>
        </pc:sldMkLst>
        <pc:spChg chg="mod">
          <ac:chgData name="Josué Silva de Morais" userId="f406c2cd-edfc-4057-be10-75858098c663" providerId="ADAL" clId="{A1824FC7-00A9-4708-B7FB-71BF84356830}" dt="2026-05-09T22:00:54.906" v="354" actId="1035"/>
          <ac:spMkLst>
            <pc:docMk/>
            <pc:sldMk cId="3987808414" sldId="431"/>
            <ac:spMk id="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54.906" v="354" actId="1035"/>
          <ac:spMkLst>
            <pc:docMk/>
            <pc:sldMk cId="3987808414" sldId="431"/>
            <ac:spMk id="20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54.906" v="354" actId="1035"/>
          <ac:spMkLst>
            <pc:docMk/>
            <pc:sldMk cId="3987808414" sldId="431"/>
            <ac:spMk id="31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54.906" v="354" actId="1035"/>
          <ac:spMkLst>
            <pc:docMk/>
            <pc:sldMk cId="3987808414" sldId="431"/>
            <ac:spMk id="32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1:09.699" v="377" actId="14100"/>
          <ac:spMkLst>
            <pc:docMk/>
            <pc:sldMk cId="3987808414" sldId="431"/>
            <ac:spMk id="100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54.906" v="354" actId="1035"/>
          <ac:spMkLst>
            <pc:docMk/>
            <pc:sldMk cId="3987808414" sldId="431"/>
            <ac:spMk id="100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39.790" v="329" actId="1035"/>
          <ac:spMkLst>
            <pc:docMk/>
            <pc:sldMk cId="3987808414" sldId="431"/>
            <ac:spMk id="142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54.906" v="354" actId="1035"/>
          <ac:spMkLst>
            <pc:docMk/>
            <pc:sldMk cId="3987808414" sldId="431"/>
            <ac:spMk id="1454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54.906" v="354" actId="1035"/>
          <ac:spMkLst>
            <pc:docMk/>
            <pc:sldMk cId="3987808414" sldId="431"/>
            <ac:spMk id="149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39.790" v="329" actId="1035"/>
          <ac:spMkLst>
            <pc:docMk/>
            <pc:sldMk cId="3987808414" sldId="431"/>
            <ac:spMk id="151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54.906" v="354" actId="1035"/>
          <ac:spMkLst>
            <pc:docMk/>
            <pc:sldMk cId="3987808414" sldId="431"/>
            <ac:spMk id="1527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54.906" v="354" actId="1035"/>
          <ac:spMkLst>
            <pc:docMk/>
            <pc:sldMk cId="3987808414" sldId="431"/>
            <ac:spMk id="1549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39.790" v="329" actId="1035"/>
          <ac:spMkLst>
            <pc:docMk/>
            <pc:sldMk cId="3987808414" sldId="431"/>
            <ac:spMk id="1566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39.790" v="329" actId="1035"/>
          <ac:spMkLst>
            <pc:docMk/>
            <pc:sldMk cId="3987808414" sldId="431"/>
            <ac:spMk id="158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0:54.906" v="354" actId="1035"/>
          <ac:spMkLst>
            <pc:docMk/>
            <pc:sldMk cId="3987808414" sldId="431"/>
            <ac:spMk id="160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1:02.782" v="375" actId="1035"/>
          <ac:spMkLst>
            <pc:docMk/>
            <pc:sldMk cId="3987808414" sldId="431"/>
            <ac:spMk id="2000" creationId="{00000000-0000-0000-0000-000000000000}"/>
          </ac:spMkLst>
        </pc:spChg>
      </pc:sldChg>
      <pc:sldChg chg="add">
        <pc:chgData name="Josué Silva de Morais" userId="f406c2cd-edfc-4057-be10-75858098c663" providerId="ADAL" clId="{A1824FC7-00A9-4708-B7FB-71BF84356830}" dt="2026-05-09T22:00:15.877" v="290"/>
        <pc:sldMkLst>
          <pc:docMk/>
          <pc:sldMk cId="3140736542" sldId="432"/>
        </pc:sldMkLst>
      </pc:sldChg>
      <pc:sldChg chg="add">
        <pc:chgData name="Josué Silva de Morais" userId="f406c2cd-edfc-4057-be10-75858098c663" providerId="ADAL" clId="{A1824FC7-00A9-4708-B7FB-71BF84356830}" dt="2026-05-09T22:00:36.898" v="320"/>
        <pc:sldMkLst>
          <pc:docMk/>
          <pc:sldMk cId="3964692430" sldId="433"/>
        </pc:sldMkLst>
      </pc:sldChg>
      <pc:sldChg chg="add">
        <pc:chgData name="Josué Silva de Morais" userId="f406c2cd-edfc-4057-be10-75858098c663" providerId="ADAL" clId="{A1824FC7-00A9-4708-B7FB-71BF84356830}" dt="2026-05-09T22:01:26.277" v="378"/>
        <pc:sldMkLst>
          <pc:docMk/>
          <pc:sldMk cId="1115207939" sldId="434"/>
        </pc:sldMkLst>
      </pc:sldChg>
      <pc:sldChg chg="add">
        <pc:chgData name="Josué Silva de Morais" userId="f406c2cd-edfc-4057-be10-75858098c663" providerId="ADAL" clId="{A1824FC7-00A9-4708-B7FB-71BF84356830}" dt="2026-05-09T22:02:03.676" v="380"/>
        <pc:sldMkLst>
          <pc:docMk/>
          <pc:sldMk cId="3989982429" sldId="435"/>
        </pc:sldMkLst>
      </pc:sldChg>
      <pc:sldChg chg="add">
        <pc:chgData name="Josué Silva de Morais" userId="f406c2cd-edfc-4057-be10-75858098c663" providerId="ADAL" clId="{A1824FC7-00A9-4708-B7FB-71BF84356830}" dt="2026-05-09T22:02:41.710" v="382"/>
        <pc:sldMkLst>
          <pc:docMk/>
          <pc:sldMk cId="2001360066" sldId="436"/>
        </pc:sldMkLst>
      </pc:sldChg>
      <pc:sldChg chg="modSp add mod">
        <pc:chgData name="Josué Silva de Morais" userId="f406c2cd-edfc-4057-be10-75858098c663" providerId="ADAL" clId="{A1824FC7-00A9-4708-B7FB-71BF84356830}" dt="2026-05-09T22:04:33.554" v="388" actId="14100"/>
        <pc:sldMkLst>
          <pc:docMk/>
          <pc:sldMk cId="106826119" sldId="437"/>
        </pc:sldMkLst>
        <pc:spChg chg="mod">
          <ac:chgData name="Josué Silva de Morais" userId="f406c2cd-edfc-4057-be10-75858098c663" providerId="ADAL" clId="{A1824FC7-00A9-4708-B7FB-71BF84356830}" dt="2026-05-09T22:04:33.554" v="388" actId="14100"/>
          <ac:spMkLst>
            <pc:docMk/>
            <pc:sldMk cId="106826119" sldId="437"/>
            <ac:spMk id="202" creationId="{00000000-0000-0000-0000-000000000000}"/>
          </ac:spMkLst>
        </pc:spChg>
      </pc:sldChg>
      <pc:sldChg chg="add">
        <pc:chgData name="Josué Silva de Morais" userId="f406c2cd-edfc-4057-be10-75858098c663" providerId="ADAL" clId="{A1824FC7-00A9-4708-B7FB-71BF84356830}" dt="2026-05-09T22:03:57.341" v="386"/>
        <pc:sldMkLst>
          <pc:docMk/>
          <pc:sldMk cId="2212818419" sldId="438"/>
        </pc:sldMkLst>
      </pc:sldChg>
      <pc:sldChg chg="add">
        <pc:chgData name="Josué Silva de Morais" userId="f406c2cd-edfc-4057-be10-75858098c663" providerId="ADAL" clId="{A1824FC7-00A9-4708-B7FB-71BF84356830}" dt="2026-05-09T22:04:36.417" v="389"/>
        <pc:sldMkLst>
          <pc:docMk/>
          <pc:sldMk cId="1184386309" sldId="439"/>
        </pc:sldMkLst>
      </pc:sldChg>
      <pc:sldChg chg="modSp add mod">
        <pc:chgData name="Josué Silva de Morais" userId="f406c2cd-edfc-4057-be10-75858098c663" providerId="ADAL" clId="{A1824FC7-00A9-4708-B7FB-71BF84356830}" dt="2026-05-09T22:06:49.467" v="412" actId="14100"/>
        <pc:sldMkLst>
          <pc:docMk/>
          <pc:sldMk cId="3614892867" sldId="440"/>
        </pc:sldMkLst>
        <pc:spChg chg="mod">
          <ac:chgData name="Josué Silva de Morais" userId="f406c2cd-edfc-4057-be10-75858098c663" providerId="ADAL" clId="{A1824FC7-00A9-4708-B7FB-71BF84356830}" dt="2026-05-09T22:06:44.086" v="411" actId="1037"/>
          <ac:spMkLst>
            <pc:docMk/>
            <pc:sldMk cId="3614892867" sldId="440"/>
            <ac:spMk id="20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6:44.086" v="411" actId="1037"/>
          <ac:spMkLst>
            <pc:docMk/>
            <pc:sldMk cId="3614892867" sldId="440"/>
            <ac:spMk id="20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6:44.086" v="411" actId="1037"/>
          <ac:spMkLst>
            <pc:docMk/>
            <pc:sldMk cId="3614892867" sldId="440"/>
            <ac:spMk id="20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6:44.086" v="411" actId="1037"/>
          <ac:spMkLst>
            <pc:docMk/>
            <pc:sldMk cId="3614892867" sldId="440"/>
            <ac:spMk id="204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6:44.086" v="411" actId="1037"/>
          <ac:spMkLst>
            <pc:docMk/>
            <pc:sldMk cId="3614892867" sldId="440"/>
            <ac:spMk id="21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6:44.086" v="411" actId="1037"/>
          <ac:spMkLst>
            <pc:docMk/>
            <pc:sldMk cId="3614892867" sldId="440"/>
            <ac:spMk id="214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6:44.086" v="411" actId="1037"/>
          <ac:spMkLst>
            <pc:docMk/>
            <pc:sldMk cId="3614892867" sldId="440"/>
            <ac:spMk id="22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6:44.086" v="411" actId="1037"/>
          <ac:spMkLst>
            <pc:docMk/>
            <pc:sldMk cId="3614892867" sldId="440"/>
            <ac:spMk id="22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6:44.086" v="411" actId="1037"/>
          <ac:spMkLst>
            <pc:docMk/>
            <pc:sldMk cId="3614892867" sldId="440"/>
            <ac:spMk id="22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6:49.467" v="412" actId="14100"/>
          <ac:spMkLst>
            <pc:docMk/>
            <pc:sldMk cId="3614892867" sldId="440"/>
            <ac:spMk id="23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6:24.111" v="397" actId="14100"/>
          <ac:spMkLst>
            <pc:docMk/>
            <pc:sldMk cId="3614892867" sldId="440"/>
            <ac:spMk id="23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06:44.086" v="411" actId="1037"/>
          <ac:spMkLst>
            <pc:docMk/>
            <pc:sldMk cId="3614892867" sldId="440"/>
            <ac:spMk id="700" creationId="{00000000-0000-0000-0000-000000000000}"/>
          </ac:spMkLst>
        </pc:spChg>
      </pc:sldChg>
      <pc:sldChg chg="add">
        <pc:chgData name="Josué Silva de Morais" userId="f406c2cd-edfc-4057-be10-75858098c663" providerId="ADAL" clId="{A1824FC7-00A9-4708-B7FB-71BF84356830}" dt="2026-05-09T22:05:55.581" v="393"/>
        <pc:sldMkLst>
          <pc:docMk/>
          <pc:sldMk cId="2037754091" sldId="441"/>
        </pc:sldMkLst>
      </pc:sldChg>
      <pc:sldChg chg="add">
        <pc:chgData name="Josué Silva de Morais" userId="f406c2cd-edfc-4057-be10-75858098c663" providerId="ADAL" clId="{A1824FC7-00A9-4708-B7FB-71BF84356830}" dt="2026-05-09T22:06:34.427" v="398"/>
        <pc:sldMkLst>
          <pc:docMk/>
          <pc:sldMk cId="2742073896" sldId="442"/>
        </pc:sldMkLst>
      </pc:sldChg>
      <pc:sldChg chg="add">
        <pc:chgData name="Josué Silva de Morais" userId="f406c2cd-edfc-4057-be10-75858098c663" providerId="ADAL" clId="{A1824FC7-00A9-4708-B7FB-71BF84356830}" dt="2026-05-09T22:07:17.107" v="413"/>
        <pc:sldMkLst>
          <pc:docMk/>
          <pc:sldMk cId="1584071879" sldId="443"/>
        </pc:sldMkLst>
      </pc:sldChg>
      <pc:sldChg chg="add">
        <pc:chgData name="Josué Silva de Morais" userId="f406c2cd-edfc-4057-be10-75858098c663" providerId="ADAL" clId="{A1824FC7-00A9-4708-B7FB-71BF84356830}" dt="2026-05-09T22:07:45.204" v="415"/>
        <pc:sldMkLst>
          <pc:docMk/>
          <pc:sldMk cId="285121886" sldId="444"/>
        </pc:sldMkLst>
      </pc:sldChg>
      <pc:sldChg chg="add">
        <pc:chgData name="Josué Silva de Morais" userId="f406c2cd-edfc-4057-be10-75858098c663" providerId="ADAL" clId="{A1824FC7-00A9-4708-B7FB-71BF84356830}" dt="2026-05-09T22:08:23.162" v="417"/>
        <pc:sldMkLst>
          <pc:docMk/>
          <pc:sldMk cId="348507969" sldId="445"/>
        </pc:sldMkLst>
      </pc:sldChg>
      <pc:sldChg chg="addSp modSp add mod">
        <pc:chgData name="Josué Silva de Morais" userId="f406c2cd-edfc-4057-be10-75858098c663" providerId="ADAL" clId="{A1824FC7-00A9-4708-B7FB-71BF84356830}" dt="2026-05-09T22:14:27.993" v="489" actId="14100"/>
        <pc:sldMkLst>
          <pc:docMk/>
          <pc:sldMk cId="2999794386" sldId="446"/>
        </pc:sldMkLst>
        <pc:spChg chg="mod">
          <ac:chgData name="Josué Silva de Morais" userId="f406c2cd-edfc-4057-be10-75858098c663" providerId="ADAL" clId="{A1824FC7-00A9-4708-B7FB-71BF84356830}" dt="2026-05-09T22:14:12.124" v="486" actId="1076"/>
          <ac:spMkLst>
            <pc:docMk/>
            <pc:sldMk cId="2999794386" sldId="446"/>
            <ac:spMk id="10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3:58.738" v="481" actId="14100"/>
          <ac:spMkLst>
            <pc:docMk/>
            <pc:sldMk cId="2999794386" sldId="446"/>
            <ac:spMk id="20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05.635" v="484" actId="164"/>
          <ac:spMkLst>
            <pc:docMk/>
            <pc:sldMk cId="2999794386" sldId="446"/>
            <ac:spMk id="40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05.635" v="484" actId="164"/>
          <ac:spMkLst>
            <pc:docMk/>
            <pc:sldMk cId="2999794386" sldId="446"/>
            <ac:spMk id="40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05.635" v="484" actId="164"/>
          <ac:spMkLst>
            <pc:docMk/>
            <pc:sldMk cId="2999794386" sldId="446"/>
            <ac:spMk id="404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05.635" v="484" actId="164"/>
          <ac:spMkLst>
            <pc:docMk/>
            <pc:sldMk cId="2999794386" sldId="446"/>
            <ac:spMk id="42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05.635" v="484" actId="164"/>
          <ac:spMkLst>
            <pc:docMk/>
            <pc:sldMk cId="2999794386" sldId="446"/>
            <ac:spMk id="42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05.635" v="484" actId="164"/>
          <ac:spMkLst>
            <pc:docMk/>
            <pc:sldMk cId="2999794386" sldId="446"/>
            <ac:spMk id="44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05.635" v="484" actId="164"/>
          <ac:spMkLst>
            <pc:docMk/>
            <pc:sldMk cId="2999794386" sldId="446"/>
            <ac:spMk id="44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05.635" v="484" actId="164"/>
          <ac:spMkLst>
            <pc:docMk/>
            <pc:sldMk cId="2999794386" sldId="446"/>
            <ac:spMk id="44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05.635" v="484" actId="164"/>
          <ac:spMkLst>
            <pc:docMk/>
            <pc:sldMk cId="2999794386" sldId="446"/>
            <ac:spMk id="44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05.635" v="484" actId="164"/>
          <ac:spMkLst>
            <pc:docMk/>
            <pc:sldMk cId="2999794386" sldId="446"/>
            <ac:spMk id="444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27.993" v="489" actId="14100"/>
          <ac:spMkLst>
            <pc:docMk/>
            <pc:sldMk cId="2999794386" sldId="446"/>
            <ac:spMk id="90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3:38.489" v="477" actId="164"/>
          <ac:spMkLst>
            <pc:docMk/>
            <pc:sldMk cId="2999794386" sldId="446"/>
            <ac:spMk id="90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3:38.489" v="477" actId="164"/>
          <ac:spMkLst>
            <pc:docMk/>
            <pc:sldMk cId="2999794386" sldId="446"/>
            <ac:spMk id="90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3:38.489" v="477" actId="164"/>
          <ac:spMkLst>
            <pc:docMk/>
            <pc:sldMk cId="2999794386" sldId="446"/>
            <ac:spMk id="903" creationId="{00000000-0000-0000-0000-000000000000}"/>
          </ac:spMkLst>
        </pc:spChg>
        <pc:grpChg chg="add mod">
          <ac:chgData name="Josué Silva de Morais" userId="f406c2cd-edfc-4057-be10-75858098c663" providerId="ADAL" clId="{A1824FC7-00A9-4708-B7FB-71BF84356830}" dt="2026-05-09T22:14:21.887" v="488" actId="1076"/>
          <ac:grpSpMkLst>
            <pc:docMk/>
            <pc:sldMk cId="2999794386" sldId="446"/>
            <ac:grpSpMk id="2" creationId="{7BB537E3-39E2-93C5-B640-E862DF5C9EFF}"/>
          </ac:grpSpMkLst>
        </pc:grpChg>
        <pc:grpChg chg="mod">
          <ac:chgData name="Josué Silva de Morais" userId="f406c2cd-edfc-4057-be10-75858098c663" providerId="ADAL" clId="{A1824FC7-00A9-4708-B7FB-71BF84356830}" dt="2026-05-09T22:14:14.662" v="487" actId="1076"/>
          <ac:grpSpMkLst>
            <pc:docMk/>
            <pc:sldMk cId="2999794386" sldId="446"/>
            <ac:grpSpMk id="3" creationId="{0D8DA317-FE73-11FA-662C-F65B0F08C4A2}"/>
          </ac:grpSpMkLst>
        </pc:grpChg>
      </pc:sldChg>
      <pc:sldChg chg="modSp add mod">
        <pc:chgData name="Josué Silva de Morais" userId="f406c2cd-edfc-4057-be10-75858098c663" providerId="ADAL" clId="{A1824FC7-00A9-4708-B7FB-71BF84356830}" dt="2026-05-09T22:17:17.749" v="536" actId="14100"/>
        <pc:sldMkLst>
          <pc:docMk/>
          <pc:sldMk cId="542444073" sldId="447"/>
        </pc:sldMkLst>
        <pc:spChg chg="mod">
          <ac:chgData name="Josué Silva de Morais" userId="f406c2cd-edfc-4057-be10-75858098c663" providerId="ADAL" clId="{A1824FC7-00A9-4708-B7FB-71BF84356830}" dt="2026-05-09T22:17:17.749" v="536" actId="14100"/>
          <ac:spMkLst>
            <pc:docMk/>
            <pc:sldMk cId="542444073" sldId="447"/>
            <ac:spMk id="20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7:10.473" v="535" actId="1038"/>
          <ac:spMkLst>
            <pc:docMk/>
            <pc:sldMk cId="542444073" sldId="447"/>
            <ac:spMk id="495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7:10.473" v="535" actId="1038"/>
          <ac:spMkLst>
            <pc:docMk/>
            <pc:sldMk cId="542444073" sldId="447"/>
            <ac:spMk id="496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7:10.473" v="535" actId="1038"/>
          <ac:spMkLst>
            <pc:docMk/>
            <pc:sldMk cId="542444073" sldId="447"/>
            <ac:spMk id="53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7:10.473" v="535" actId="1038"/>
          <ac:spMkLst>
            <pc:docMk/>
            <pc:sldMk cId="542444073" sldId="447"/>
            <ac:spMk id="53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7:10.473" v="535" actId="1038"/>
          <ac:spMkLst>
            <pc:docMk/>
            <pc:sldMk cId="542444073" sldId="447"/>
            <ac:spMk id="567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7:10.473" v="535" actId="1038"/>
          <ac:spMkLst>
            <pc:docMk/>
            <pc:sldMk cId="542444073" sldId="447"/>
            <ac:spMk id="60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7:10.473" v="535" actId="1038"/>
          <ac:spMkLst>
            <pc:docMk/>
            <pc:sldMk cId="542444073" sldId="447"/>
            <ac:spMk id="604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7:10.473" v="535" actId="1038"/>
          <ac:spMkLst>
            <pc:docMk/>
            <pc:sldMk cId="542444073" sldId="447"/>
            <ac:spMk id="639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7:10.473" v="535" actId="1038"/>
          <ac:spMkLst>
            <pc:docMk/>
            <pc:sldMk cId="542444073" sldId="447"/>
            <ac:spMk id="64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7:10.473" v="535" actId="1038"/>
          <ac:spMkLst>
            <pc:docMk/>
            <pc:sldMk cId="542444073" sldId="447"/>
            <ac:spMk id="676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6:45.880" v="518" actId="1035"/>
          <ac:spMkLst>
            <pc:docMk/>
            <pc:sldMk cId="542444073" sldId="447"/>
            <ac:spMk id="90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6:45.880" v="518" actId="1035"/>
          <ac:spMkLst>
            <pc:docMk/>
            <pc:sldMk cId="542444073" sldId="447"/>
            <ac:spMk id="90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6:45.880" v="518" actId="1035"/>
          <ac:spMkLst>
            <pc:docMk/>
            <pc:sldMk cId="542444073" sldId="447"/>
            <ac:spMk id="90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6:45.880" v="518" actId="1035"/>
          <ac:spMkLst>
            <pc:docMk/>
            <pc:sldMk cId="542444073" sldId="447"/>
            <ac:spMk id="90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6:45.880" v="518" actId="1035"/>
          <ac:spMkLst>
            <pc:docMk/>
            <pc:sldMk cId="542444073" sldId="447"/>
            <ac:spMk id="905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6:45.880" v="518" actId="1035"/>
          <ac:spMkLst>
            <pc:docMk/>
            <pc:sldMk cId="542444073" sldId="447"/>
            <ac:spMk id="906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6:45.880" v="518" actId="1035"/>
          <ac:spMkLst>
            <pc:docMk/>
            <pc:sldMk cId="542444073" sldId="447"/>
            <ac:spMk id="907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6:45.880" v="518" actId="1035"/>
          <ac:spMkLst>
            <pc:docMk/>
            <pc:sldMk cId="542444073" sldId="447"/>
            <ac:spMk id="908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4:48.083" v="492" actId="14100"/>
          <ac:spMkLst>
            <pc:docMk/>
            <pc:sldMk cId="542444073" sldId="447"/>
            <ac:spMk id="91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6:45.880" v="518" actId="1035"/>
          <ac:spMkLst>
            <pc:docMk/>
            <pc:sldMk cId="542444073" sldId="447"/>
            <ac:spMk id="911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6:45.880" v="518" actId="1035"/>
          <ac:spMkLst>
            <pc:docMk/>
            <pc:sldMk cId="542444073" sldId="447"/>
            <ac:spMk id="913" creationId="{00000000-0000-0000-0000-000000000000}"/>
          </ac:spMkLst>
        </pc:spChg>
      </pc:sldChg>
      <pc:sldChg chg="add">
        <pc:chgData name="Josué Silva de Morais" userId="f406c2cd-edfc-4057-be10-75858098c663" providerId="ADAL" clId="{A1824FC7-00A9-4708-B7FB-71BF84356830}" dt="2026-05-09T22:10:15.952" v="423"/>
        <pc:sldMkLst>
          <pc:docMk/>
          <pc:sldMk cId="301604852" sldId="448"/>
        </pc:sldMkLst>
      </pc:sldChg>
      <pc:sldChg chg="add">
        <pc:chgData name="Josué Silva de Morais" userId="f406c2cd-edfc-4057-be10-75858098c663" providerId="ADAL" clId="{A1824FC7-00A9-4708-B7FB-71BF84356830}" dt="2026-05-09T22:11:01.464" v="425"/>
        <pc:sldMkLst>
          <pc:docMk/>
          <pc:sldMk cId="4102628718" sldId="449"/>
        </pc:sldMkLst>
      </pc:sldChg>
      <pc:sldChg chg="add">
        <pc:chgData name="Josué Silva de Morais" userId="f406c2cd-edfc-4057-be10-75858098c663" providerId="ADAL" clId="{A1824FC7-00A9-4708-B7FB-71BF84356830}" dt="2026-05-09T22:11:49.218" v="427"/>
        <pc:sldMkLst>
          <pc:docMk/>
          <pc:sldMk cId="835360189" sldId="450"/>
        </pc:sldMkLst>
      </pc:sldChg>
      <pc:sldChg chg="add">
        <pc:chgData name="Josué Silva de Morais" userId="f406c2cd-edfc-4057-be10-75858098c663" providerId="ADAL" clId="{A1824FC7-00A9-4708-B7FB-71BF84356830}" dt="2026-05-09T22:12:27.674" v="429"/>
        <pc:sldMkLst>
          <pc:docMk/>
          <pc:sldMk cId="1825246124" sldId="451"/>
        </pc:sldMkLst>
      </pc:sldChg>
      <pc:sldChg chg="add">
        <pc:chgData name="Josué Silva de Morais" userId="f406c2cd-edfc-4057-be10-75858098c663" providerId="ADAL" clId="{A1824FC7-00A9-4708-B7FB-71BF84356830}" dt="2026-05-09T22:13:14.759" v="433"/>
        <pc:sldMkLst>
          <pc:docMk/>
          <pc:sldMk cId="2810565346" sldId="452"/>
        </pc:sldMkLst>
      </pc:sldChg>
      <pc:sldChg chg="add">
        <pc:chgData name="Josué Silva de Morais" userId="f406c2cd-edfc-4057-be10-75858098c663" providerId="ADAL" clId="{A1824FC7-00A9-4708-B7FB-71BF84356830}" dt="2026-05-09T22:14:05.376" v="482"/>
        <pc:sldMkLst>
          <pc:docMk/>
          <pc:sldMk cId="2519444732" sldId="453"/>
        </pc:sldMkLst>
      </pc:sldChg>
      <pc:sldChg chg="add">
        <pc:chgData name="Josué Silva de Morais" userId="f406c2cd-edfc-4057-be10-75858098c663" providerId="ADAL" clId="{A1824FC7-00A9-4708-B7FB-71BF84356830}" dt="2026-05-09T22:14:52.346" v="493"/>
        <pc:sldMkLst>
          <pc:docMk/>
          <pc:sldMk cId="772847668" sldId="454"/>
        </pc:sldMkLst>
      </pc:sldChg>
      <pc:sldChg chg="add">
        <pc:chgData name="Josué Silva de Morais" userId="f406c2cd-edfc-4057-be10-75858098c663" providerId="ADAL" clId="{A1824FC7-00A9-4708-B7FB-71BF84356830}" dt="2026-05-09T22:15:34.152" v="498"/>
        <pc:sldMkLst>
          <pc:docMk/>
          <pc:sldMk cId="1692779530" sldId="455"/>
        </pc:sldMkLst>
      </pc:sldChg>
      <pc:sldChg chg="add">
        <pc:chgData name="Josué Silva de Morais" userId="f406c2cd-edfc-4057-be10-75858098c663" providerId="ADAL" clId="{A1824FC7-00A9-4708-B7FB-71BF84356830}" dt="2026-05-09T22:16:11.300" v="500"/>
        <pc:sldMkLst>
          <pc:docMk/>
          <pc:sldMk cId="631624180" sldId="456"/>
        </pc:sldMkLst>
      </pc:sldChg>
      <pc:sldChg chg="add">
        <pc:chgData name="Josué Silva de Morais" userId="f406c2cd-edfc-4057-be10-75858098c663" providerId="ADAL" clId="{A1824FC7-00A9-4708-B7FB-71BF84356830}" dt="2026-05-09T22:16:38.631" v="502"/>
        <pc:sldMkLst>
          <pc:docMk/>
          <pc:sldMk cId="2797117872" sldId="457"/>
        </pc:sldMkLst>
      </pc:sldChg>
      <pc:sldChg chg="modSp add mod">
        <pc:chgData name="Josué Silva de Morais" userId="f406c2cd-edfc-4057-be10-75858098c663" providerId="ADAL" clId="{A1824FC7-00A9-4708-B7FB-71BF84356830}" dt="2026-05-09T22:18:25.460" v="540" actId="1076"/>
        <pc:sldMkLst>
          <pc:docMk/>
          <pc:sldMk cId="804998814" sldId="458"/>
        </pc:sldMkLst>
        <pc:spChg chg="mod">
          <ac:chgData name="Josué Silva de Morais" userId="f406c2cd-edfc-4057-be10-75858098c663" providerId="ADAL" clId="{A1824FC7-00A9-4708-B7FB-71BF84356830}" dt="2026-05-09T22:18:10.903" v="538" actId="1076"/>
          <ac:spMkLst>
            <pc:docMk/>
            <pc:sldMk cId="804998814" sldId="458"/>
            <ac:spMk id="10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8:20.349" v="539" actId="1076"/>
          <ac:spMkLst>
            <pc:docMk/>
            <pc:sldMk cId="804998814" sldId="458"/>
            <ac:spMk id="50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8:20.349" v="539" actId="1076"/>
          <ac:spMkLst>
            <pc:docMk/>
            <pc:sldMk cId="804998814" sldId="458"/>
            <ac:spMk id="50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8:20.349" v="539" actId="1076"/>
          <ac:spMkLst>
            <pc:docMk/>
            <pc:sldMk cId="804998814" sldId="458"/>
            <ac:spMk id="505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8:20.349" v="539" actId="1076"/>
          <ac:spMkLst>
            <pc:docMk/>
            <pc:sldMk cId="804998814" sldId="458"/>
            <ac:spMk id="507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8:20.349" v="539" actId="1076"/>
          <ac:spMkLst>
            <pc:docMk/>
            <pc:sldMk cId="804998814" sldId="458"/>
            <ac:spMk id="512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8:20.349" v="539" actId="1076"/>
          <ac:spMkLst>
            <pc:docMk/>
            <pc:sldMk cId="804998814" sldId="458"/>
            <ac:spMk id="513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8:20.349" v="539" actId="1076"/>
          <ac:spMkLst>
            <pc:docMk/>
            <pc:sldMk cId="804998814" sldId="458"/>
            <ac:spMk id="517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8:20.349" v="539" actId="1076"/>
          <ac:spMkLst>
            <pc:docMk/>
            <pc:sldMk cId="804998814" sldId="458"/>
            <ac:spMk id="518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8:20.349" v="539" actId="1076"/>
          <ac:spMkLst>
            <pc:docMk/>
            <pc:sldMk cId="804998814" sldId="458"/>
            <ac:spMk id="519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8:20.349" v="539" actId="1076"/>
          <ac:spMkLst>
            <pc:docMk/>
            <pc:sldMk cId="804998814" sldId="458"/>
            <ac:spMk id="520" creationId="{00000000-0000-0000-0000-000000000000}"/>
          </ac:spMkLst>
        </pc:spChg>
        <pc:spChg chg="mod">
          <ac:chgData name="Josué Silva de Morais" userId="f406c2cd-edfc-4057-be10-75858098c663" providerId="ADAL" clId="{A1824FC7-00A9-4708-B7FB-71BF84356830}" dt="2026-05-09T22:18:25.460" v="540" actId="1076"/>
          <ac:spMkLst>
            <pc:docMk/>
            <pc:sldMk cId="804998814" sldId="458"/>
            <ac:spMk id="900" creationId="{00000000-0000-0000-0000-000000000000}"/>
          </ac:spMkLst>
        </pc:spChg>
      </pc:sldChg>
      <pc:sldMasterChg chg="del delSldLayout">
        <pc:chgData name="Josué Silva de Morais" userId="f406c2cd-edfc-4057-be10-75858098c663" providerId="ADAL" clId="{A1824FC7-00A9-4708-B7FB-71BF84356830}" dt="2026-05-09T19:33:41.220" v="37"/>
        <pc:sldMasterMkLst>
          <pc:docMk/>
          <pc:sldMasterMk cId="1438430438" sldId="2147483696"/>
        </pc:sldMasterMkLst>
        <pc:sldLayoutChg chg="del">
          <pc:chgData name="Josué Silva de Morais" userId="f406c2cd-edfc-4057-be10-75858098c663" providerId="ADAL" clId="{A1824FC7-00A9-4708-B7FB-71BF84356830}" dt="2026-05-09T19:33:41.220" v="37"/>
          <pc:sldLayoutMkLst>
            <pc:docMk/>
            <pc:sldMasterMk cId="1438430438" sldId="2147483696"/>
            <pc:sldLayoutMk cId="3460941104" sldId="2147483697"/>
          </pc:sldLayoutMkLst>
        </pc:sldLayoutChg>
        <pc:sldLayoutChg chg="del">
          <pc:chgData name="Josué Silva de Morais" userId="f406c2cd-edfc-4057-be10-75858098c663" providerId="ADAL" clId="{A1824FC7-00A9-4708-B7FB-71BF84356830}" dt="2026-05-09T19:33:41.220" v="37"/>
          <pc:sldLayoutMkLst>
            <pc:docMk/>
            <pc:sldMasterMk cId="1438430438" sldId="2147483696"/>
            <pc:sldLayoutMk cId="2637877400" sldId="2147483698"/>
          </pc:sldLayoutMkLst>
        </pc:sldLayoutChg>
        <pc:sldLayoutChg chg="del">
          <pc:chgData name="Josué Silva de Morais" userId="f406c2cd-edfc-4057-be10-75858098c663" providerId="ADAL" clId="{A1824FC7-00A9-4708-B7FB-71BF84356830}" dt="2026-05-09T19:33:41.220" v="37"/>
          <pc:sldLayoutMkLst>
            <pc:docMk/>
            <pc:sldMasterMk cId="1438430438" sldId="2147483696"/>
            <pc:sldLayoutMk cId="589459672" sldId="2147483699"/>
          </pc:sldLayoutMkLst>
        </pc:sldLayoutChg>
        <pc:sldLayoutChg chg="del">
          <pc:chgData name="Josué Silva de Morais" userId="f406c2cd-edfc-4057-be10-75858098c663" providerId="ADAL" clId="{A1824FC7-00A9-4708-B7FB-71BF84356830}" dt="2026-05-09T19:33:41.220" v="37"/>
          <pc:sldLayoutMkLst>
            <pc:docMk/>
            <pc:sldMasterMk cId="1438430438" sldId="2147483696"/>
            <pc:sldLayoutMk cId="2761277921" sldId="2147483700"/>
          </pc:sldLayoutMkLst>
        </pc:sldLayoutChg>
        <pc:sldLayoutChg chg="del">
          <pc:chgData name="Josué Silva de Morais" userId="f406c2cd-edfc-4057-be10-75858098c663" providerId="ADAL" clId="{A1824FC7-00A9-4708-B7FB-71BF84356830}" dt="2026-05-09T19:33:41.220" v="37"/>
          <pc:sldLayoutMkLst>
            <pc:docMk/>
            <pc:sldMasterMk cId="1438430438" sldId="2147483696"/>
            <pc:sldLayoutMk cId="2887907005" sldId="2147483701"/>
          </pc:sldLayoutMkLst>
        </pc:sldLayoutChg>
        <pc:sldLayoutChg chg="del">
          <pc:chgData name="Josué Silva de Morais" userId="f406c2cd-edfc-4057-be10-75858098c663" providerId="ADAL" clId="{A1824FC7-00A9-4708-B7FB-71BF84356830}" dt="2026-05-09T19:33:41.220" v="37"/>
          <pc:sldLayoutMkLst>
            <pc:docMk/>
            <pc:sldMasterMk cId="1438430438" sldId="2147483696"/>
            <pc:sldLayoutMk cId="3911451959" sldId="2147483702"/>
          </pc:sldLayoutMkLst>
        </pc:sldLayoutChg>
        <pc:sldLayoutChg chg="del">
          <pc:chgData name="Josué Silva de Morais" userId="f406c2cd-edfc-4057-be10-75858098c663" providerId="ADAL" clId="{A1824FC7-00A9-4708-B7FB-71BF84356830}" dt="2026-05-09T19:33:41.220" v="37"/>
          <pc:sldLayoutMkLst>
            <pc:docMk/>
            <pc:sldMasterMk cId="1438430438" sldId="2147483696"/>
            <pc:sldLayoutMk cId="4156551377" sldId="2147483703"/>
          </pc:sldLayoutMkLst>
        </pc:sldLayoutChg>
        <pc:sldLayoutChg chg="del">
          <pc:chgData name="Josué Silva de Morais" userId="f406c2cd-edfc-4057-be10-75858098c663" providerId="ADAL" clId="{A1824FC7-00A9-4708-B7FB-71BF84356830}" dt="2026-05-09T19:33:41.220" v="37"/>
          <pc:sldLayoutMkLst>
            <pc:docMk/>
            <pc:sldMasterMk cId="1438430438" sldId="2147483696"/>
            <pc:sldLayoutMk cId="2413093353" sldId="2147483704"/>
          </pc:sldLayoutMkLst>
        </pc:sldLayoutChg>
        <pc:sldLayoutChg chg="del">
          <pc:chgData name="Josué Silva de Morais" userId="f406c2cd-edfc-4057-be10-75858098c663" providerId="ADAL" clId="{A1824FC7-00A9-4708-B7FB-71BF84356830}" dt="2026-05-09T19:33:41.220" v="37"/>
          <pc:sldLayoutMkLst>
            <pc:docMk/>
            <pc:sldMasterMk cId="1438430438" sldId="2147483696"/>
            <pc:sldLayoutMk cId="4198438429" sldId="2147483705"/>
          </pc:sldLayoutMkLst>
        </pc:sldLayoutChg>
        <pc:sldLayoutChg chg="del">
          <pc:chgData name="Josué Silva de Morais" userId="f406c2cd-edfc-4057-be10-75858098c663" providerId="ADAL" clId="{A1824FC7-00A9-4708-B7FB-71BF84356830}" dt="2026-05-09T19:33:41.220" v="37"/>
          <pc:sldLayoutMkLst>
            <pc:docMk/>
            <pc:sldMasterMk cId="1438430438" sldId="2147483696"/>
            <pc:sldLayoutMk cId="2186002313" sldId="2147483706"/>
          </pc:sldLayoutMkLst>
        </pc:sldLayoutChg>
        <pc:sldLayoutChg chg="del">
          <pc:chgData name="Josué Silva de Morais" userId="f406c2cd-edfc-4057-be10-75858098c663" providerId="ADAL" clId="{A1824FC7-00A9-4708-B7FB-71BF84356830}" dt="2026-05-09T19:33:41.220" v="37"/>
          <pc:sldLayoutMkLst>
            <pc:docMk/>
            <pc:sldMasterMk cId="1438430438" sldId="2147483696"/>
            <pc:sldLayoutMk cId="806521439" sldId="2147483707"/>
          </pc:sldLayoutMkLst>
        </pc:sldLayoutChg>
      </pc:sldMasterChg>
      <pc:sldMasterChg chg="add addSldLayout delSldLayout">
        <pc:chgData name="Josué Silva de Morais" userId="f406c2cd-edfc-4057-be10-75858098c663" providerId="ADAL" clId="{A1824FC7-00A9-4708-B7FB-71BF84356830}" dt="2026-05-09T21:41:34.482" v="177"/>
        <pc:sldMasterMkLst>
          <pc:docMk/>
          <pc:sldMasterMk cId="1438430438" sldId="2147483708"/>
        </pc:sldMasterMkLst>
        <pc:sldLayoutChg chg="add">
          <pc:chgData name="Josué Silva de Morais" userId="f406c2cd-edfc-4057-be10-75858098c663" providerId="ADAL" clId="{A1824FC7-00A9-4708-B7FB-71BF84356830}" dt="2026-05-09T19:33:40.810" v="0"/>
          <pc:sldLayoutMkLst>
            <pc:docMk/>
            <pc:sldMasterMk cId="1438430438" sldId="2147483708"/>
            <pc:sldLayoutMk cId="3460941104" sldId="2147483709"/>
          </pc:sldLayoutMkLst>
        </pc:sldLayoutChg>
        <pc:sldLayoutChg chg="add del">
          <pc:chgData name="Josué Silva de Morais" userId="f406c2cd-edfc-4057-be10-75858098c663" providerId="ADAL" clId="{A1824FC7-00A9-4708-B7FB-71BF84356830}" dt="2026-05-09T21:41:34.482" v="177"/>
          <pc:sldLayoutMkLst>
            <pc:docMk/>
            <pc:sldMasterMk cId="1438430438" sldId="2147483708"/>
            <pc:sldLayoutMk cId="2637877400" sldId="2147483710"/>
          </pc:sldLayoutMkLst>
        </pc:sldLayoutChg>
        <pc:sldLayoutChg chg="add del">
          <pc:chgData name="Josué Silva de Morais" userId="f406c2cd-edfc-4057-be10-75858098c663" providerId="ADAL" clId="{A1824FC7-00A9-4708-B7FB-71BF84356830}" dt="2026-05-09T21:41:34.478" v="176"/>
          <pc:sldLayoutMkLst>
            <pc:docMk/>
            <pc:sldMasterMk cId="1438430438" sldId="2147483708"/>
            <pc:sldLayoutMk cId="589459672" sldId="2147483711"/>
          </pc:sldLayoutMkLst>
        </pc:sldLayoutChg>
        <pc:sldLayoutChg chg="add del">
          <pc:chgData name="Josué Silva de Morais" userId="f406c2cd-edfc-4057-be10-75858098c663" providerId="ADAL" clId="{A1824FC7-00A9-4708-B7FB-71BF84356830}" dt="2026-05-09T21:41:34.472" v="174"/>
          <pc:sldLayoutMkLst>
            <pc:docMk/>
            <pc:sldMasterMk cId="1438430438" sldId="2147483708"/>
            <pc:sldLayoutMk cId="2761277921" sldId="2147483712"/>
          </pc:sldLayoutMkLst>
        </pc:sldLayoutChg>
        <pc:sldLayoutChg chg="add">
          <pc:chgData name="Josué Silva de Morais" userId="f406c2cd-edfc-4057-be10-75858098c663" providerId="ADAL" clId="{A1824FC7-00A9-4708-B7FB-71BF84356830}" dt="2026-05-09T19:33:40.810" v="0"/>
          <pc:sldLayoutMkLst>
            <pc:docMk/>
            <pc:sldMasterMk cId="1438430438" sldId="2147483708"/>
            <pc:sldLayoutMk cId="2887907005" sldId="2147483713"/>
          </pc:sldLayoutMkLst>
        </pc:sldLayoutChg>
        <pc:sldLayoutChg chg="add">
          <pc:chgData name="Josué Silva de Morais" userId="f406c2cd-edfc-4057-be10-75858098c663" providerId="ADAL" clId="{A1824FC7-00A9-4708-B7FB-71BF84356830}" dt="2026-05-09T19:33:40.810" v="0"/>
          <pc:sldLayoutMkLst>
            <pc:docMk/>
            <pc:sldMasterMk cId="1438430438" sldId="2147483708"/>
            <pc:sldLayoutMk cId="3911451959" sldId="2147483714"/>
          </pc:sldLayoutMkLst>
        </pc:sldLayoutChg>
        <pc:sldLayoutChg chg="add">
          <pc:chgData name="Josué Silva de Morais" userId="f406c2cd-edfc-4057-be10-75858098c663" providerId="ADAL" clId="{A1824FC7-00A9-4708-B7FB-71BF84356830}" dt="2026-05-09T19:33:40.810" v="0"/>
          <pc:sldLayoutMkLst>
            <pc:docMk/>
            <pc:sldMasterMk cId="1438430438" sldId="2147483708"/>
            <pc:sldLayoutMk cId="4156551377" sldId="2147483715"/>
          </pc:sldLayoutMkLst>
        </pc:sldLayoutChg>
        <pc:sldLayoutChg chg="add">
          <pc:chgData name="Josué Silva de Morais" userId="f406c2cd-edfc-4057-be10-75858098c663" providerId="ADAL" clId="{A1824FC7-00A9-4708-B7FB-71BF84356830}" dt="2026-05-09T19:33:40.810" v="0"/>
          <pc:sldLayoutMkLst>
            <pc:docMk/>
            <pc:sldMasterMk cId="1438430438" sldId="2147483708"/>
            <pc:sldLayoutMk cId="2413093353" sldId="2147483716"/>
          </pc:sldLayoutMkLst>
        </pc:sldLayoutChg>
        <pc:sldLayoutChg chg="add">
          <pc:chgData name="Josué Silva de Morais" userId="f406c2cd-edfc-4057-be10-75858098c663" providerId="ADAL" clId="{A1824FC7-00A9-4708-B7FB-71BF84356830}" dt="2026-05-09T19:33:40.810" v="0"/>
          <pc:sldLayoutMkLst>
            <pc:docMk/>
            <pc:sldMasterMk cId="1438430438" sldId="2147483708"/>
            <pc:sldLayoutMk cId="4198438429" sldId="2147483717"/>
          </pc:sldLayoutMkLst>
        </pc:sldLayoutChg>
        <pc:sldLayoutChg chg="add">
          <pc:chgData name="Josué Silva de Morais" userId="f406c2cd-edfc-4057-be10-75858098c663" providerId="ADAL" clId="{A1824FC7-00A9-4708-B7FB-71BF84356830}" dt="2026-05-09T19:33:40.810" v="0"/>
          <pc:sldLayoutMkLst>
            <pc:docMk/>
            <pc:sldMasterMk cId="1438430438" sldId="2147483708"/>
            <pc:sldLayoutMk cId="2186002313" sldId="2147483718"/>
          </pc:sldLayoutMkLst>
        </pc:sldLayoutChg>
        <pc:sldLayoutChg chg="add">
          <pc:chgData name="Josué Silva de Morais" userId="f406c2cd-edfc-4057-be10-75858098c663" providerId="ADAL" clId="{A1824FC7-00A9-4708-B7FB-71BF84356830}" dt="2026-05-09T19:33:40.810" v="0"/>
          <pc:sldLayoutMkLst>
            <pc:docMk/>
            <pc:sldMasterMk cId="1438430438" sldId="2147483708"/>
            <pc:sldLayoutMk cId="806521439" sldId="214748371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E85BA5-26AF-AED2-CC2F-D82977FB94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48D901-39DB-395B-764E-725A3A2133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74B25A-87EA-B139-DC34-67517BB0E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2AD4D5-CAC6-3F50-D147-D944AA976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79464A0-6E20-E777-FB17-AEF056334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0941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E6DBC-B590-CD13-1E9C-022E0015B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47ED1E9-71B1-D867-6D80-28680B605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A978CD7-9162-7084-8F0D-90618C5C1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A4959B-C21A-2086-9BB6-B6FF323B73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8E58068-44A2-1A1C-C6CB-F70691BD1B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5E13A5B-2404-8335-275D-F0BFD6571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D8F483F-3D39-0228-3DD1-1152F37FA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CEE0CA5-02A6-698E-1262-2CA0485F5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7907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C3A198-7B17-658C-E266-213CBEC7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46BC6F1-9D63-1FEA-5EE1-1FDE7DBF0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87CC314-E8BC-735A-D705-871213018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D55594A-25A4-2D30-CA65-32219EEA8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451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C9B7384-1F79-C0E0-5D1A-C820C1113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3AF911A-8000-23CF-38B7-60A8A23A6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BB386A-7CF8-84A0-3AB7-7065F6F37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6551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B0F0B5-8329-713E-D819-716A13F5D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09E6213-DC08-56FD-2676-E65C1E47B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AECCBDB-63AE-8EDD-EAD7-A7B3656CA8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0B02224-6882-C7A9-405A-E22EC6C62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C431CBE-62B0-4BFC-19DF-68B665F0D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A1348D-05B2-2270-993E-D86C09971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3093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84B3A2-82B3-622B-0442-E2E1F69D1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CA491A2-A873-ED48-5E88-14668E6686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55D5248-BAC5-53F0-0E76-A89A3AD02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01266B8-3E02-E955-AB18-9CBF16977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779657A-E468-3118-CD83-5DA2AEB60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653F1A-CF5D-4FA0-7F43-3626A0468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8438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F03BC9-5764-C067-3FDB-EFAB00E9E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A4E9B73-D94B-079A-0D19-B8147393C9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5E0660-C377-1F2C-E983-8875E3F03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624A00-C6CA-68F6-EE77-70ABF2760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E53E9D-8A41-1625-240A-0498D3701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002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74F2B33-DE5A-21E3-76C2-E4AAC35C57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56E06C0-EF9F-CE67-ED09-1252218C40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723CCB-01E4-6B5A-6D93-81165459E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E542D-81DA-4A07-A7AB-D85E874AC908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BAA4E6-1E7D-810F-BEA7-F55B2FA3C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97982D-CBE2-63F3-CD5E-63E7729A6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6521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CC1CB3A-840D-140B-B7EA-B5453CD21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5AA668B-0771-541E-3055-A86987461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8F9FBD9-18F5-3134-6946-14DE1EBE0B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fld id="{F87E542D-81DA-4A07-A7AB-D85E874AC908}" type="datetimeFigureOut">
              <a:rPr lang="pt-BR" smtClean="0"/>
              <a:t>09/05/2026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CAD2D3-3554-B3F3-57F8-CF88EF0F4F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/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A02547-072B-D17C-5B40-A180D8D28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fld id="{BAA517D7-E99B-4E83-92D4-93BF7E8636F7}" type="slidenum">
              <a:rPr lang="pt-BR" smtClean="0"/>
              <a:t>‹nº›</a:t>
            </a:fld>
            <a:endParaRPr lang="pt-BR"/>
          </a:p>
        </p:txBody>
      </p:sp>
      <p:sp>
        <p:nvSpPr>
          <p:cNvPr id="900" name="DecoAccentLeft"/>
          <p:cNvSpPr/>
          <p:nvPr userDrawn="1"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DecoFooterDot"/>
          <p:cNvSpPr/>
          <p:nvPr userDrawn="1"/>
        </p:nvSpPr>
        <p:spPr>
          <a:xfrm>
            <a:off x="8915400" y="4953000"/>
            <a:ext cx="114300" cy="1143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8430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ea typeface="+mn-ea"/>
          <a:cs typeface="+mn-cs"/>
        </a:defRPr>
      </a:lvl1pPr>
      <a:lvl2pPr marL="457200" algn="l" defTabSz="914400" rtl="0" eaLnBrk="1" latinLnBrk="0" hangingPunct="1">
        <a:defRPr sz="1800" kern="1200">
          <a:ea typeface="+mn-ea"/>
          <a:cs typeface="+mn-cs"/>
        </a:defRPr>
      </a:lvl2pPr>
      <a:lvl3pPr marL="914400" algn="l" defTabSz="914400" rtl="0" eaLnBrk="1" latinLnBrk="0" hangingPunct="1">
        <a:defRPr sz="1800" kern="1200">
          <a:ea typeface="+mn-ea"/>
          <a:cs typeface="+mn-cs"/>
        </a:defRPr>
      </a:lvl3pPr>
      <a:lvl4pPr marL="1371600" algn="l" defTabSz="914400" rtl="0" eaLnBrk="1" latinLnBrk="0" hangingPunct="1">
        <a:defRPr sz="1800" kern="1200">
          <a:ea typeface="+mn-ea"/>
          <a:cs typeface="+mn-cs"/>
        </a:defRPr>
      </a:lvl4pPr>
      <a:lvl5pPr marL="1828800" algn="l" defTabSz="914400" rtl="0" eaLnBrk="1" latinLnBrk="0" hangingPunct="1">
        <a:defRPr sz="1800" kern="1200">
          <a:ea typeface="+mn-ea"/>
          <a:cs typeface="+mn-cs"/>
        </a:defRPr>
      </a:lvl5pPr>
      <a:lvl6pPr marL="2286000" algn="l" defTabSz="914400" rtl="0" eaLnBrk="1" latinLnBrk="0" hangingPunct="1">
        <a:defRPr sz="1800" kern="1200">
          <a:ea typeface="+mn-ea"/>
          <a:cs typeface="+mn-cs"/>
        </a:defRPr>
      </a:lvl6pPr>
      <a:lvl7pPr marL="2743200" algn="l" defTabSz="914400" rtl="0" eaLnBrk="1" latinLnBrk="0" hangingPunct="1">
        <a:defRPr sz="1800" kern="1200">
          <a:ea typeface="+mn-ea"/>
          <a:cs typeface="+mn-cs"/>
        </a:defRPr>
      </a:lvl7pPr>
      <a:lvl8pPr marL="3200400" algn="l" defTabSz="914400" rtl="0" eaLnBrk="1" latinLnBrk="0" hangingPunct="1">
        <a:defRPr sz="1800" kern="1200">
          <a:ea typeface="+mn-ea"/>
          <a:cs typeface="+mn-cs"/>
        </a:defRPr>
      </a:lvl8pPr>
      <a:lvl9pPr marL="3657600" algn="l" defTabSz="914400" rtl="0" eaLnBrk="1" latinLnBrk="0" hangingPunct="1">
        <a:defRPr sz="1800" kern="1200"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942514-793D-78AE-C796-54B3DC490F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buNone/>
            </a:pPr>
            <a:r>
              <a:rPr lang="pt-BR" sz="2400" b="0" dirty="0">
                <a:solidFill>
                  <a:srgbClr val="E63946"/>
                </a:solidFill>
              </a:rPr>
              <a:t>WORKSHOP TÉCNICO • DSP EMBARCADO</a:t>
            </a:r>
          </a:p>
          <a:p>
            <a:pPr algn="l">
              <a:buNone/>
            </a:pPr>
            <a:r>
              <a:rPr lang="pt-BR" sz="6400" b="1" dirty="0">
                <a:solidFill>
                  <a:srgbClr val="1A2332"/>
                </a:solidFill>
              </a:rPr>
              <a:t>ESP-DSP</a:t>
            </a:r>
            <a:r>
              <a:rPr lang="pt-BR" sz="6400" b="1" dirty="0">
                <a:solidFill>
                  <a:srgbClr val="2A9D8F"/>
                </a:solidFill>
              </a:rPr>
              <a:t> em ação</a:t>
            </a:r>
          </a:p>
          <a:p>
            <a:pPr algn="l">
              <a:buNone/>
            </a:pPr>
            <a:r>
              <a:rPr lang="pt-BR" sz="3200" b="0" dirty="0">
                <a:solidFill>
                  <a:srgbClr val="264653"/>
                </a:solidFill>
              </a:rPr>
              <a:t>Processamento Digital de Sinais na ESP32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B67BE5-6751-2E2D-F3EA-15A4C307FD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buNone/>
            </a:pPr>
            <a:r>
              <a:rPr lang="pt-BR" sz="2000" dirty="0">
                <a:solidFill>
                  <a:srgbClr val="6C757D"/>
                </a:solidFill>
              </a:rPr>
              <a:t>espressif/esp-dsp@^1.3.0  •  FIR  •  IIR  •  FFT  •  ADC + DMA + FreeRTOS</a:t>
            </a:r>
          </a:p>
        </p:txBody>
      </p:sp>
      <p:sp>
        <p:nvSpPr>
          <p:cNvPr id="50" name="DecoLine"/>
          <p:cNvSpPr/>
          <p:nvPr/>
        </p:nvSpPr>
        <p:spPr>
          <a:xfrm>
            <a:off x="3657600" y="4800600"/>
            <a:ext cx="4876800" cy="0"/>
          </a:xfrm>
          <a:prstGeom prst="line">
            <a:avLst/>
          </a:prstGeom>
          <a:ln w="19050">
            <a:gradFill>
              <a:gsLst>
                <a:gs pos="0">
                  <a:srgbClr val="264653">
                    <a:alpha val="0"/>
                  </a:srgbClr>
                </a:gs>
                <a:gs pos="50000">
                  <a:srgbClr val="2A9D8F"/>
                </a:gs>
                <a:gs pos="100000">
                  <a:srgbClr val="264653">
                    <a:alpha val="0"/>
                  </a:srgbClr>
                </a:gs>
              </a:gsLst>
              <a:lin ang="0" scaled="1"/>
            </a:gradFill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508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508000" y="381000"/>
            <a:ext cx="10922000" cy="6985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3600" b="1" dirty="0">
                <a:solidFill>
                  <a:srgbClr val="1A2332"/>
                </a:solidFill>
              </a:rPr>
              <a:t>O que vamos construir hoje</a:t>
            </a:r>
          </a:p>
        </p:txBody>
      </p:sp>
      <p:sp>
        <p:nvSpPr>
          <p:cNvPr id="101" name="Sub"/>
          <p:cNvSpPr/>
          <p:nvPr/>
        </p:nvSpPr>
        <p:spPr>
          <a:xfrm>
            <a:off x="508000" y="1041400"/>
            <a:ext cx="10922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000" dirty="0">
                <a:solidFill>
                  <a:srgbClr val="6C757D"/>
                </a:solidFill>
              </a:rPr>
              <a:t>Da teoria mínima ao DSP rodando em tempo real na ESP32</a:t>
            </a:r>
          </a:p>
        </p:txBody>
      </p:sp>
      <p:sp>
        <p:nvSpPr>
          <p:cNvPr id="200" name="card0"/>
          <p:cNvSpPr/>
          <p:nvPr/>
        </p:nvSpPr>
        <p:spPr>
          <a:xfrm>
            <a:off x="635000" y="1778000"/>
            <a:ext cx="2667000" cy="222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endParaRPr lang="pt-BR" sz="1000"/>
          </a:p>
        </p:txBody>
      </p:sp>
      <p:sp>
        <p:nvSpPr>
          <p:cNvPr id="201" name="stripe0"/>
          <p:cNvSpPr/>
          <p:nvPr/>
        </p:nvSpPr>
        <p:spPr>
          <a:xfrm>
            <a:off x="635000" y="1778000"/>
            <a:ext cx="2667000" cy="76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endParaRPr lang="pt-BR" sz="600"/>
          </a:p>
        </p:txBody>
      </p:sp>
      <p:sp>
        <p:nvSpPr>
          <p:cNvPr id="202" name="num0"/>
          <p:cNvSpPr/>
          <p:nvPr/>
        </p:nvSpPr>
        <p:spPr>
          <a:xfrm>
            <a:off x="812800" y="2006600"/>
            <a:ext cx="23114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5400" b="1" dirty="0">
                <a:solidFill>
                  <a:srgbClr val="E63946"/>
                </a:solidFill>
              </a:rPr>
              <a:t>01</a:t>
            </a:r>
          </a:p>
        </p:txBody>
      </p:sp>
      <p:sp>
        <p:nvSpPr>
          <p:cNvPr id="203" name="t0"/>
          <p:cNvSpPr/>
          <p:nvPr/>
        </p:nvSpPr>
        <p:spPr>
          <a:xfrm>
            <a:off x="812800" y="2819400"/>
            <a:ext cx="2311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200" b="1" dirty="0">
                <a:solidFill>
                  <a:srgbClr val="1A2332"/>
                </a:solidFill>
              </a:rPr>
              <a:t>Setup ESP-DSP</a:t>
            </a:r>
          </a:p>
        </p:txBody>
      </p:sp>
      <p:sp>
        <p:nvSpPr>
          <p:cNvPr id="204" name="d0"/>
          <p:cNvSpPr/>
          <p:nvPr/>
        </p:nvSpPr>
        <p:spPr>
          <a:xfrm>
            <a:off x="812800" y="3276600"/>
            <a:ext cx="2311400" cy="63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000" dirty="0">
                <a:latin typeface="Consolas"/>
              </a:rPr>
              <a:t>PlatformIO + esp-idf</a:t>
            </a:r>
          </a:p>
        </p:txBody>
      </p:sp>
      <p:sp>
        <p:nvSpPr>
          <p:cNvPr id="205" name="card1"/>
          <p:cNvSpPr/>
          <p:nvPr/>
        </p:nvSpPr>
        <p:spPr>
          <a:xfrm>
            <a:off x="3429000" y="1778000"/>
            <a:ext cx="2667000" cy="222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endParaRPr lang="pt-BR" sz="1000"/>
          </a:p>
        </p:txBody>
      </p:sp>
      <p:sp>
        <p:nvSpPr>
          <p:cNvPr id="206" name="stripe1"/>
          <p:cNvSpPr/>
          <p:nvPr/>
        </p:nvSpPr>
        <p:spPr>
          <a:xfrm>
            <a:off x="3429000" y="1778000"/>
            <a:ext cx="2667000" cy="76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endParaRPr lang="pt-BR" sz="600"/>
          </a:p>
        </p:txBody>
      </p:sp>
      <p:sp>
        <p:nvSpPr>
          <p:cNvPr id="207" name="num1"/>
          <p:cNvSpPr/>
          <p:nvPr/>
        </p:nvSpPr>
        <p:spPr>
          <a:xfrm>
            <a:off x="3606800" y="2006600"/>
            <a:ext cx="23114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5400" b="1" dirty="0">
                <a:solidFill>
                  <a:srgbClr val="F4A261"/>
                </a:solidFill>
              </a:rPr>
              <a:t>02</a:t>
            </a:r>
          </a:p>
        </p:txBody>
      </p:sp>
      <p:sp>
        <p:nvSpPr>
          <p:cNvPr id="208" name="t1"/>
          <p:cNvSpPr/>
          <p:nvPr/>
        </p:nvSpPr>
        <p:spPr>
          <a:xfrm>
            <a:off x="3606800" y="2819400"/>
            <a:ext cx="2311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200" b="1" dirty="0">
                <a:solidFill>
                  <a:srgbClr val="1A2332"/>
                </a:solidFill>
              </a:rPr>
              <a:t>Sinais e Vetores</a:t>
            </a:r>
          </a:p>
        </p:txBody>
      </p:sp>
      <p:sp>
        <p:nvSpPr>
          <p:cNvPr id="209" name="d1"/>
          <p:cNvSpPr/>
          <p:nvPr/>
        </p:nvSpPr>
        <p:spPr>
          <a:xfrm>
            <a:off x="3606800" y="3276600"/>
            <a:ext cx="2311400" cy="63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000" dirty="0">
                <a:latin typeface="Consolas"/>
              </a:rPr>
              <a:t>dsps_tone, dsps_mul, RMS</a:t>
            </a:r>
          </a:p>
        </p:txBody>
      </p:sp>
      <p:sp>
        <p:nvSpPr>
          <p:cNvPr id="210" name="card2"/>
          <p:cNvSpPr/>
          <p:nvPr/>
        </p:nvSpPr>
        <p:spPr>
          <a:xfrm>
            <a:off x="6223000" y="1778000"/>
            <a:ext cx="2667000" cy="222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endParaRPr lang="pt-BR" sz="1000"/>
          </a:p>
        </p:txBody>
      </p:sp>
      <p:sp>
        <p:nvSpPr>
          <p:cNvPr id="211" name="stripe2"/>
          <p:cNvSpPr/>
          <p:nvPr/>
        </p:nvSpPr>
        <p:spPr>
          <a:xfrm>
            <a:off x="6223000" y="1778000"/>
            <a:ext cx="266700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endParaRPr lang="pt-BR" sz="600"/>
          </a:p>
        </p:txBody>
      </p:sp>
      <p:sp>
        <p:nvSpPr>
          <p:cNvPr id="212" name="num2"/>
          <p:cNvSpPr/>
          <p:nvPr/>
        </p:nvSpPr>
        <p:spPr>
          <a:xfrm>
            <a:off x="6400800" y="2006600"/>
            <a:ext cx="23114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5400" b="1" dirty="0">
                <a:solidFill>
                  <a:srgbClr val="2A9D8F"/>
                </a:solidFill>
              </a:rPr>
              <a:t>03</a:t>
            </a:r>
          </a:p>
        </p:txBody>
      </p:sp>
      <p:sp>
        <p:nvSpPr>
          <p:cNvPr id="213" name="t2"/>
          <p:cNvSpPr/>
          <p:nvPr/>
        </p:nvSpPr>
        <p:spPr>
          <a:xfrm>
            <a:off x="6400800" y="2819400"/>
            <a:ext cx="2311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200" b="1" dirty="0">
                <a:solidFill>
                  <a:srgbClr val="1A2332"/>
                </a:solidFill>
              </a:rPr>
              <a:t>FIR na prática</a:t>
            </a:r>
          </a:p>
        </p:txBody>
      </p:sp>
      <p:sp>
        <p:nvSpPr>
          <p:cNvPr id="214" name="d2"/>
          <p:cNvSpPr/>
          <p:nvPr/>
        </p:nvSpPr>
        <p:spPr>
          <a:xfrm>
            <a:off x="6400800" y="3276600"/>
            <a:ext cx="2311400" cy="63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000" dirty="0">
                <a:latin typeface="Consolas"/>
              </a:rPr>
              <a:t>dsps_fir_f32 + janelas</a:t>
            </a:r>
          </a:p>
        </p:txBody>
      </p:sp>
      <p:sp>
        <p:nvSpPr>
          <p:cNvPr id="215" name="card3"/>
          <p:cNvSpPr/>
          <p:nvPr/>
        </p:nvSpPr>
        <p:spPr>
          <a:xfrm>
            <a:off x="9017000" y="1778000"/>
            <a:ext cx="2667000" cy="222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endParaRPr lang="pt-BR" sz="1000"/>
          </a:p>
        </p:txBody>
      </p:sp>
      <p:sp>
        <p:nvSpPr>
          <p:cNvPr id="216" name="stripe3"/>
          <p:cNvSpPr/>
          <p:nvPr/>
        </p:nvSpPr>
        <p:spPr>
          <a:xfrm>
            <a:off x="9017000" y="1778000"/>
            <a:ext cx="2667000" cy="762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endParaRPr lang="pt-BR" sz="600"/>
          </a:p>
        </p:txBody>
      </p:sp>
      <p:sp>
        <p:nvSpPr>
          <p:cNvPr id="217" name="num3"/>
          <p:cNvSpPr/>
          <p:nvPr/>
        </p:nvSpPr>
        <p:spPr>
          <a:xfrm>
            <a:off x="9194800" y="2006600"/>
            <a:ext cx="23114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5400" b="1" dirty="0">
                <a:solidFill>
                  <a:srgbClr val="264653"/>
                </a:solidFill>
              </a:rPr>
              <a:t>04</a:t>
            </a:r>
          </a:p>
        </p:txBody>
      </p:sp>
      <p:sp>
        <p:nvSpPr>
          <p:cNvPr id="218" name="t3"/>
          <p:cNvSpPr/>
          <p:nvPr/>
        </p:nvSpPr>
        <p:spPr>
          <a:xfrm>
            <a:off x="9194800" y="2819400"/>
            <a:ext cx="2311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200" b="1" dirty="0">
                <a:solidFill>
                  <a:srgbClr val="1A2332"/>
                </a:solidFill>
              </a:rPr>
              <a:t>IIR / Biquad</a:t>
            </a:r>
          </a:p>
        </p:txBody>
      </p:sp>
      <p:sp>
        <p:nvSpPr>
          <p:cNvPr id="219" name="d3"/>
          <p:cNvSpPr/>
          <p:nvPr/>
        </p:nvSpPr>
        <p:spPr>
          <a:xfrm>
            <a:off x="9194800" y="3276600"/>
            <a:ext cx="2311400" cy="63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000" dirty="0">
                <a:latin typeface="Consolas"/>
              </a:rPr>
              <a:t>dsps_biquad_f32_ae32</a:t>
            </a:r>
          </a:p>
        </p:txBody>
      </p:sp>
      <p:sp>
        <p:nvSpPr>
          <p:cNvPr id="220" name="card4"/>
          <p:cNvSpPr/>
          <p:nvPr/>
        </p:nvSpPr>
        <p:spPr>
          <a:xfrm>
            <a:off x="635000" y="4191000"/>
            <a:ext cx="2667000" cy="222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endParaRPr lang="pt-BR" sz="1000"/>
          </a:p>
        </p:txBody>
      </p:sp>
      <p:sp>
        <p:nvSpPr>
          <p:cNvPr id="221" name="stripe4"/>
          <p:cNvSpPr/>
          <p:nvPr/>
        </p:nvSpPr>
        <p:spPr>
          <a:xfrm>
            <a:off x="635000" y="4191000"/>
            <a:ext cx="2667000" cy="762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endParaRPr lang="pt-BR" sz="600"/>
          </a:p>
        </p:txBody>
      </p:sp>
      <p:sp>
        <p:nvSpPr>
          <p:cNvPr id="222" name="num4"/>
          <p:cNvSpPr/>
          <p:nvPr/>
        </p:nvSpPr>
        <p:spPr>
          <a:xfrm>
            <a:off x="812800" y="4419600"/>
            <a:ext cx="23114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5400" b="1" dirty="0">
                <a:solidFill>
                  <a:srgbClr val="E9C46A"/>
                </a:solidFill>
              </a:rPr>
              <a:t>05</a:t>
            </a:r>
          </a:p>
        </p:txBody>
      </p:sp>
      <p:sp>
        <p:nvSpPr>
          <p:cNvPr id="223" name="t4"/>
          <p:cNvSpPr/>
          <p:nvPr/>
        </p:nvSpPr>
        <p:spPr>
          <a:xfrm>
            <a:off x="812800" y="5232400"/>
            <a:ext cx="2311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200" b="1" dirty="0">
                <a:solidFill>
                  <a:srgbClr val="1A2332"/>
                </a:solidFill>
              </a:rPr>
              <a:t>FFT real-time</a:t>
            </a:r>
          </a:p>
        </p:txBody>
      </p:sp>
      <p:sp>
        <p:nvSpPr>
          <p:cNvPr id="224" name="d4"/>
          <p:cNvSpPr/>
          <p:nvPr/>
        </p:nvSpPr>
        <p:spPr>
          <a:xfrm>
            <a:off x="812800" y="5689600"/>
            <a:ext cx="2311400" cy="63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000" dirty="0">
                <a:latin typeface="Consolas"/>
              </a:rPr>
              <a:t>dsps_fft2r + magnitude</a:t>
            </a:r>
          </a:p>
        </p:txBody>
      </p:sp>
      <p:sp>
        <p:nvSpPr>
          <p:cNvPr id="225" name="card5"/>
          <p:cNvSpPr/>
          <p:nvPr/>
        </p:nvSpPr>
        <p:spPr>
          <a:xfrm>
            <a:off x="3429000" y="4191000"/>
            <a:ext cx="2667000" cy="222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endParaRPr lang="pt-BR" sz="1000"/>
          </a:p>
        </p:txBody>
      </p:sp>
      <p:sp>
        <p:nvSpPr>
          <p:cNvPr id="226" name="stripe5"/>
          <p:cNvSpPr/>
          <p:nvPr/>
        </p:nvSpPr>
        <p:spPr>
          <a:xfrm>
            <a:off x="3429000" y="4191000"/>
            <a:ext cx="2667000" cy="76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endParaRPr lang="pt-BR" sz="600"/>
          </a:p>
        </p:txBody>
      </p:sp>
      <p:sp>
        <p:nvSpPr>
          <p:cNvPr id="227" name="num5"/>
          <p:cNvSpPr/>
          <p:nvPr/>
        </p:nvSpPr>
        <p:spPr>
          <a:xfrm>
            <a:off x="3606800" y="4419600"/>
            <a:ext cx="23114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5400" b="1" dirty="0">
                <a:solidFill>
                  <a:srgbClr val="E63946"/>
                </a:solidFill>
              </a:rPr>
              <a:t>06</a:t>
            </a:r>
          </a:p>
        </p:txBody>
      </p:sp>
      <p:sp>
        <p:nvSpPr>
          <p:cNvPr id="228" name="t5"/>
          <p:cNvSpPr/>
          <p:nvPr/>
        </p:nvSpPr>
        <p:spPr>
          <a:xfrm>
            <a:off x="3606800" y="5232400"/>
            <a:ext cx="2311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200" b="1" dirty="0">
                <a:solidFill>
                  <a:srgbClr val="1A2332"/>
                </a:solidFill>
              </a:rPr>
              <a:t>ADC + DMA + RTOS</a:t>
            </a:r>
          </a:p>
        </p:txBody>
      </p:sp>
      <p:sp>
        <p:nvSpPr>
          <p:cNvPr id="229" name="d5"/>
          <p:cNvSpPr/>
          <p:nvPr/>
        </p:nvSpPr>
        <p:spPr>
          <a:xfrm>
            <a:off x="3606800" y="5689600"/>
            <a:ext cx="2311400" cy="63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000" dirty="0">
                <a:latin typeface="Consolas"/>
              </a:rPr>
              <a:t>i2s_adc, queues, tasks</a:t>
            </a:r>
          </a:p>
        </p:txBody>
      </p:sp>
      <p:sp>
        <p:nvSpPr>
          <p:cNvPr id="230" name="card6"/>
          <p:cNvSpPr/>
          <p:nvPr/>
        </p:nvSpPr>
        <p:spPr>
          <a:xfrm>
            <a:off x="6223000" y="4191000"/>
            <a:ext cx="2667000" cy="222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endParaRPr lang="pt-BR" sz="1000"/>
          </a:p>
        </p:txBody>
      </p:sp>
      <p:sp>
        <p:nvSpPr>
          <p:cNvPr id="231" name="stripe6"/>
          <p:cNvSpPr/>
          <p:nvPr/>
        </p:nvSpPr>
        <p:spPr>
          <a:xfrm>
            <a:off x="6223000" y="4191000"/>
            <a:ext cx="266700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endParaRPr lang="pt-BR" sz="600"/>
          </a:p>
        </p:txBody>
      </p:sp>
      <p:sp>
        <p:nvSpPr>
          <p:cNvPr id="232" name="num6"/>
          <p:cNvSpPr/>
          <p:nvPr/>
        </p:nvSpPr>
        <p:spPr>
          <a:xfrm>
            <a:off x="6400800" y="4419600"/>
            <a:ext cx="23114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5400" b="1" dirty="0">
                <a:solidFill>
                  <a:srgbClr val="2A9D8F"/>
                </a:solidFill>
              </a:rPr>
              <a:t>07</a:t>
            </a:r>
          </a:p>
        </p:txBody>
      </p:sp>
      <p:sp>
        <p:nvSpPr>
          <p:cNvPr id="233" name="t6"/>
          <p:cNvSpPr/>
          <p:nvPr/>
        </p:nvSpPr>
        <p:spPr>
          <a:xfrm>
            <a:off x="6400800" y="5232400"/>
            <a:ext cx="2311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200" b="1" dirty="0">
                <a:solidFill>
                  <a:srgbClr val="1A2332"/>
                </a:solidFill>
              </a:rPr>
              <a:t>SIMD vs ANSI</a:t>
            </a:r>
          </a:p>
        </p:txBody>
      </p:sp>
      <p:sp>
        <p:nvSpPr>
          <p:cNvPr id="234" name="d6"/>
          <p:cNvSpPr/>
          <p:nvPr/>
        </p:nvSpPr>
        <p:spPr>
          <a:xfrm>
            <a:off x="6400800" y="5689600"/>
            <a:ext cx="2311400" cy="63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000" dirty="0">
                <a:latin typeface="Consolas"/>
              </a:rPr>
              <a:t>benchmarks Xtensa</a:t>
            </a:r>
          </a:p>
        </p:txBody>
      </p:sp>
      <p:sp>
        <p:nvSpPr>
          <p:cNvPr id="235" name="card7"/>
          <p:cNvSpPr/>
          <p:nvPr/>
        </p:nvSpPr>
        <p:spPr>
          <a:xfrm>
            <a:off x="9017000" y="4191000"/>
            <a:ext cx="2667000" cy="22225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5E0"/>
            </a:solidFill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endParaRPr lang="pt-BR" sz="1000"/>
          </a:p>
        </p:txBody>
      </p:sp>
      <p:sp>
        <p:nvSpPr>
          <p:cNvPr id="236" name="stripe7"/>
          <p:cNvSpPr/>
          <p:nvPr/>
        </p:nvSpPr>
        <p:spPr>
          <a:xfrm>
            <a:off x="9017000" y="4191000"/>
            <a:ext cx="2667000" cy="762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endParaRPr lang="pt-BR" sz="600"/>
          </a:p>
        </p:txBody>
      </p:sp>
      <p:sp>
        <p:nvSpPr>
          <p:cNvPr id="237" name="num7"/>
          <p:cNvSpPr/>
          <p:nvPr/>
        </p:nvSpPr>
        <p:spPr>
          <a:xfrm>
            <a:off x="9194800" y="4419600"/>
            <a:ext cx="23114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5400" b="1" dirty="0">
                <a:solidFill>
                  <a:srgbClr val="264653"/>
                </a:solidFill>
              </a:rPr>
              <a:t>08</a:t>
            </a:r>
          </a:p>
        </p:txBody>
      </p:sp>
      <p:sp>
        <p:nvSpPr>
          <p:cNvPr id="238" name="t7"/>
          <p:cNvSpPr/>
          <p:nvPr/>
        </p:nvSpPr>
        <p:spPr>
          <a:xfrm>
            <a:off x="9194800" y="5232400"/>
            <a:ext cx="2311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200" b="1" dirty="0">
                <a:solidFill>
                  <a:srgbClr val="1A2332"/>
                </a:solidFill>
              </a:rPr>
              <a:t>Aplicações reais</a:t>
            </a:r>
          </a:p>
        </p:txBody>
      </p:sp>
      <p:sp>
        <p:nvSpPr>
          <p:cNvPr id="239" name="d7"/>
          <p:cNvSpPr/>
          <p:nvPr/>
        </p:nvSpPr>
        <p:spPr>
          <a:xfrm>
            <a:off x="9194800" y="5689600"/>
            <a:ext cx="2311400" cy="63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r>
              <a:rPr lang="pt-BR" sz="2000" dirty="0">
                <a:latin typeface="Consolas"/>
              </a:rPr>
              <a:t>áudio, vibração, IoT</a:t>
            </a:r>
          </a:p>
        </p:txBody>
      </p:sp>
    </p:spTree>
    <p:extLst>
      <p:ext uri="{BB962C8B-B14F-4D97-AF65-F5344CB8AC3E}">
        <p14:creationId xmlns:p14="http://schemas.microsoft.com/office/powerpoint/2010/main" val="489382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3600" b="1" dirty="0">
                <a:solidFill>
                  <a:srgbClr val="1A2332"/>
                </a:solidFill>
              </a:rPr>
              <a:t>Por que ESP-DSP?</a:t>
            </a:r>
          </a:p>
        </p:txBody>
      </p:sp>
      <p:sp>
        <p:nvSpPr>
          <p:cNvPr id="101" name="Sub"/>
          <p:cNvSpPr/>
          <p:nvPr/>
        </p:nvSpPr>
        <p:spPr>
          <a:xfrm>
            <a:off x="762000" y="1143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2000" dirty="0">
                <a:solidFill>
                  <a:srgbClr val="6C757D"/>
                </a:solidFill>
              </a:rPr>
              <a:t>Biblioteca oficial Espressif • otimizada para Xtensa LX6/LX7 • aproveita instruções SIMD</a:t>
            </a:r>
          </a:p>
        </p:txBody>
      </p:sp>
      <p:sp>
        <p:nvSpPr>
          <p:cNvPr id="200" name="Bar"/>
          <p:cNvSpPr/>
          <p:nvPr/>
        </p:nvSpPr>
        <p:spPr>
          <a:xfrm>
            <a:off x="762000" y="1841500"/>
            <a:ext cx="2540000" cy="101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Card"/>
          <p:cNvSpPr/>
          <p:nvPr/>
        </p:nvSpPr>
        <p:spPr>
          <a:xfrm>
            <a:off x="762000" y="1943100"/>
            <a:ext cx="2540000" cy="3048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2" name="Icon"/>
          <p:cNvSpPr/>
          <p:nvPr/>
        </p:nvSpPr>
        <p:spPr>
          <a:xfrm>
            <a:off x="762000" y="2095500"/>
            <a:ext cx="2540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4000" dirty="0">
                <a:solidFill>
                  <a:srgbClr val="1A2332"/>
                </a:solidFill>
              </a:rPr>
              <a:t>⚡</a:t>
            </a:r>
          </a:p>
        </p:txBody>
      </p:sp>
      <p:sp>
        <p:nvSpPr>
          <p:cNvPr id="203" name="T"/>
          <p:cNvSpPr/>
          <p:nvPr/>
        </p:nvSpPr>
        <p:spPr>
          <a:xfrm>
            <a:off x="952500" y="3048000"/>
            <a:ext cx="2159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E63946"/>
                </a:solidFill>
              </a:rPr>
              <a:t>Performance</a:t>
            </a:r>
          </a:p>
        </p:txBody>
      </p:sp>
      <p:sp>
        <p:nvSpPr>
          <p:cNvPr id="204" name="D"/>
          <p:cNvSpPr/>
          <p:nvPr/>
        </p:nvSpPr>
        <p:spPr>
          <a:xfrm>
            <a:off x="952500" y="3746500"/>
            <a:ext cx="2159000" cy="1206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dirty="0">
                <a:solidFill>
                  <a:srgbClr val="264653"/>
                </a:solidFill>
              </a:rPr>
              <a:t>Funções otimizadas em assembly Xtensa. Speedup de 2× a 8× sobre ANSI C.</a:t>
            </a:r>
          </a:p>
        </p:txBody>
      </p:sp>
      <p:sp>
        <p:nvSpPr>
          <p:cNvPr id="205" name="Bar"/>
          <p:cNvSpPr/>
          <p:nvPr/>
        </p:nvSpPr>
        <p:spPr>
          <a:xfrm>
            <a:off x="3619500" y="1841500"/>
            <a:ext cx="2540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6" name="Card"/>
          <p:cNvSpPr/>
          <p:nvPr/>
        </p:nvSpPr>
        <p:spPr>
          <a:xfrm>
            <a:off x="3619500" y="1943100"/>
            <a:ext cx="2540000" cy="3048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7" name="Icon"/>
          <p:cNvSpPr/>
          <p:nvPr/>
        </p:nvSpPr>
        <p:spPr>
          <a:xfrm>
            <a:off x="3619500" y="2095500"/>
            <a:ext cx="2540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4000" dirty="0">
                <a:solidFill>
                  <a:srgbClr val="1A2332"/>
                </a:solidFill>
              </a:rPr>
              <a:t>📦</a:t>
            </a:r>
          </a:p>
        </p:txBody>
      </p:sp>
      <p:sp>
        <p:nvSpPr>
          <p:cNvPr id="208" name="T"/>
          <p:cNvSpPr/>
          <p:nvPr/>
        </p:nvSpPr>
        <p:spPr>
          <a:xfrm>
            <a:off x="3810000" y="3048000"/>
            <a:ext cx="2159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2A9D8F"/>
                </a:solidFill>
              </a:rPr>
              <a:t>Plug &amp; Play</a:t>
            </a:r>
          </a:p>
        </p:txBody>
      </p:sp>
      <p:sp>
        <p:nvSpPr>
          <p:cNvPr id="209" name="D"/>
          <p:cNvSpPr/>
          <p:nvPr/>
        </p:nvSpPr>
        <p:spPr>
          <a:xfrm>
            <a:off x="3810000" y="3746500"/>
            <a:ext cx="2159000" cy="1206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dirty="0">
                <a:solidFill>
                  <a:srgbClr val="264653"/>
                </a:solidFill>
              </a:rPr>
              <a:t>Instalação via Component Manager. APIs C limpas e bem documentadas.</a:t>
            </a:r>
          </a:p>
        </p:txBody>
      </p:sp>
      <p:sp>
        <p:nvSpPr>
          <p:cNvPr id="210" name="Bar"/>
          <p:cNvSpPr/>
          <p:nvPr/>
        </p:nvSpPr>
        <p:spPr>
          <a:xfrm>
            <a:off x="6477000" y="1841500"/>
            <a:ext cx="25400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1" name="Card"/>
          <p:cNvSpPr/>
          <p:nvPr/>
        </p:nvSpPr>
        <p:spPr>
          <a:xfrm>
            <a:off x="6477000" y="1943100"/>
            <a:ext cx="2540000" cy="3048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2" name="Icon"/>
          <p:cNvSpPr/>
          <p:nvPr/>
        </p:nvSpPr>
        <p:spPr>
          <a:xfrm>
            <a:off x="6477000" y="2095500"/>
            <a:ext cx="2540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4000" dirty="0">
                <a:solidFill>
                  <a:srgbClr val="1A2332"/>
                </a:solidFill>
              </a:rPr>
              <a:t>🎯</a:t>
            </a:r>
          </a:p>
        </p:txBody>
      </p:sp>
      <p:sp>
        <p:nvSpPr>
          <p:cNvPr id="213" name="T"/>
          <p:cNvSpPr/>
          <p:nvPr/>
        </p:nvSpPr>
        <p:spPr>
          <a:xfrm>
            <a:off x="6667500" y="3048000"/>
            <a:ext cx="2159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F4A261"/>
                </a:solidFill>
              </a:rPr>
              <a:t>DSP Completo</a:t>
            </a:r>
          </a:p>
        </p:txBody>
      </p:sp>
      <p:sp>
        <p:nvSpPr>
          <p:cNvPr id="214" name="D"/>
          <p:cNvSpPr/>
          <p:nvPr/>
        </p:nvSpPr>
        <p:spPr>
          <a:xfrm>
            <a:off x="6667500" y="3746500"/>
            <a:ext cx="2159000" cy="1206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dirty="0">
                <a:solidFill>
                  <a:srgbClr val="264653"/>
                </a:solidFill>
              </a:rPr>
              <a:t>FIR, IIR, FFT, convolução, geração de sinais, ops vetoriais — tudo pronto.</a:t>
            </a:r>
          </a:p>
        </p:txBody>
      </p:sp>
      <p:sp>
        <p:nvSpPr>
          <p:cNvPr id="215" name="Bar"/>
          <p:cNvSpPr/>
          <p:nvPr/>
        </p:nvSpPr>
        <p:spPr>
          <a:xfrm>
            <a:off x="9334500" y="1841500"/>
            <a:ext cx="2540000" cy="1016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6" name="Card"/>
          <p:cNvSpPr/>
          <p:nvPr/>
        </p:nvSpPr>
        <p:spPr>
          <a:xfrm>
            <a:off x="9334500" y="1943100"/>
            <a:ext cx="2540000" cy="3048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7" name="Icon"/>
          <p:cNvSpPr/>
          <p:nvPr/>
        </p:nvSpPr>
        <p:spPr>
          <a:xfrm>
            <a:off x="9334500" y="2095500"/>
            <a:ext cx="2540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4000" dirty="0">
                <a:solidFill>
                  <a:srgbClr val="1A2332"/>
                </a:solidFill>
              </a:rPr>
              <a:t>🔋</a:t>
            </a:r>
          </a:p>
        </p:txBody>
      </p:sp>
      <p:sp>
        <p:nvSpPr>
          <p:cNvPr id="218" name="T"/>
          <p:cNvSpPr/>
          <p:nvPr/>
        </p:nvSpPr>
        <p:spPr>
          <a:xfrm>
            <a:off x="9525000" y="3048000"/>
            <a:ext cx="2159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264653"/>
                </a:solidFill>
              </a:rPr>
              <a:t>Embarcado</a:t>
            </a:r>
          </a:p>
        </p:txBody>
      </p:sp>
      <p:sp>
        <p:nvSpPr>
          <p:cNvPr id="219" name="D"/>
          <p:cNvSpPr/>
          <p:nvPr/>
        </p:nvSpPr>
        <p:spPr>
          <a:xfrm>
            <a:off x="9525000" y="3746500"/>
            <a:ext cx="2159000" cy="1206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dirty="0">
                <a:solidFill>
                  <a:srgbClr val="264653"/>
                </a:solidFill>
              </a:rPr>
              <a:t>Tempo real, baixa latência, footprint pequeno. Funciona em ESP32/S2/S3/C3.</a:t>
            </a:r>
          </a:p>
        </p:txBody>
      </p:sp>
      <p:sp>
        <p:nvSpPr>
          <p:cNvPr id="300" name="Strip"/>
          <p:cNvSpPr/>
          <p:nvPr/>
        </p:nvSpPr>
        <p:spPr>
          <a:xfrm>
            <a:off x="762000" y="5461000"/>
            <a:ext cx="10668000" cy="762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1" name="StripIco"/>
          <p:cNvSpPr/>
          <p:nvPr/>
        </p:nvSpPr>
        <p:spPr>
          <a:xfrm>
            <a:off x="952500" y="5651500"/>
            <a:ext cx="381000" cy="38100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2" name="StripT1"/>
          <p:cNvSpPr/>
          <p:nvPr/>
        </p:nvSpPr>
        <p:spPr>
          <a:xfrm>
            <a:off x="1460500" y="5613400"/>
            <a:ext cx="7620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2000" b="1" dirty="0">
                <a:solidFill>
                  <a:srgbClr val="FFFFFF"/>
                </a:solidFill>
                <a:latin typeface="Consolas"/>
              </a:rPr>
              <a:t>espressif/esp-dsp@^1.3.0</a:t>
            </a:r>
          </a:p>
        </p:txBody>
      </p:sp>
      <p:sp>
        <p:nvSpPr>
          <p:cNvPr id="303" name="StripT2"/>
          <p:cNvSpPr/>
          <p:nvPr/>
        </p:nvSpPr>
        <p:spPr>
          <a:xfrm>
            <a:off x="1460500" y="5918200"/>
            <a:ext cx="8890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E5E5E0"/>
                </a:solidFill>
              </a:rPr>
              <a:t>github.com/espressif/esp-dsp  •  ESP-IDF Component Registry</a:t>
            </a:r>
          </a:p>
        </p:txBody>
      </p:sp>
    </p:spTree>
    <p:extLst>
      <p:ext uri="{BB962C8B-B14F-4D97-AF65-F5344CB8AC3E}">
        <p14:creationId xmlns:p14="http://schemas.microsoft.com/office/powerpoint/2010/main" val="782435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3600" b="1" dirty="0">
                <a:solidFill>
                  <a:srgbClr val="1A2332"/>
                </a:solidFill>
              </a:rPr>
              <a:t>Setup • Instalando esp-dsp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143000"/>
            <a:ext cx="2540000" cy="355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2" name="S102"/>
          <p:cNvSpPr/>
          <p:nvPr/>
        </p:nvSpPr>
        <p:spPr>
          <a:xfrm>
            <a:off x="762000" y="12065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</a:rPr>
              <a:t>01  •  CONFIGURAÇÃO</a:t>
            </a:r>
          </a:p>
        </p:txBody>
      </p:sp>
      <p:sp>
        <p:nvSpPr>
          <p:cNvPr id="110" name="S110"/>
          <p:cNvSpPr/>
          <p:nvPr/>
        </p:nvSpPr>
        <p:spPr>
          <a:xfrm>
            <a:off x="762000" y="1841500"/>
            <a:ext cx="5080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2200" b="1" dirty="0">
                <a:solidFill>
                  <a:srgbClr val="E63946"/>
                </a:solidFill>
              </a:rPr>
              <a:t>➊  idf_component.yml</a:t>
            </a:r>
          </a:p>
        </p:txBody>
      </p:sp>
      <p:sp>
        <p:nvSpPr>
          <p:cNvPr id="111" name="S111"/>
          <p:cNvSpPr/>
          <p:nvPr/>
        </p:nvSpPr>
        <p:spPr>
          <a:xfrm>
            <a:off x="762000" y="2540000"/>
            <a:ext cx="5080000" cy="22225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2" name="S112"/>
          <p:cNvSpPr/>
          <p:nvPr/>
        </p:nvSpPr>
        <p:spPr>
          <a:xfrm>
            <a:off x="952500" y="2730500"/>
            <a:ext cx="4699000" cy="1841500"/>
          </a:xfrm>
          <a:prstGeom prst="rect">
            <a:avLst/>
          </a:prstGeom>
          <a:noFill/>
          <a:ln>
            <a:noFill/>
          </a:ln>
        </p:spPr>
        <p:txBody>
          <a:bodyPr wrap="square" lIns="0" anchor="t"/>
          <a:lstStyle/>
          <a:p>
            <a:pPr>
              <a:buNone/>
            </a:pPr>
            <a:r>
              <a:rPr lang="pt-BR" sz="1600" dirty="0">
                <a:solidFill>
                  <a:srgbClr val="F4A261"/>
                </a:solidFill>
                <a:latin typeface="Consolas"/>
              </a:rPr>
              <a:t>dependencies:</a:t>
            </a:r>
          </a:p>
          <a:p>
            <a:pPr>
              <a:buNone/>
            </a:pPr>
            <a:r>
              <a:rPr lang="pt-BR" sz="1600" dirty="0">
                <a:solidFill>
                  <a:srgbClr val="E5E5E0"/>
                </a:solidFill>
                <a:latin typeface="Consolas"/>
              </a:rPr>
              <a:t>  espressif/esp-dsp:</a:t>
            </a:r>
          </a:p>
          <a:p>
            <a:pPr>
              <a:buNone/>
            </a:pPr>
            <a:r>
              <a:rPr lang="pt-BR" sz="1600" dirty="0">
                <a:solidFill>
                  <a:srgbClr val="2A9D8F"/>
                </a:solidFill>
                <a:latin typeface="Consolas"/>
              </a:rPr>
              <a:t>    version: "^1.3.0"</a:t>
            </a:r>
          </a:p>
          <a:p>
            <a:pPr>
              <a:buNone/>
            </a:pPr>
            <a:r>
              <a:rPr lang="pt-BR" sz="1600" dirty="0">
                <a:solidFill>
                  <a:srgbClr val="E5E5E0"/>
                </a:solidFill>
                <a:latin typeface="Consolas"/>
              </a:rPr>
              <a:t>  idf:</a:t>
            </a:r>
          </a:p>
          <a:p>
            <a:pPr>
              <a:buNone/>
            </a:pPr>
            <a:r>
              <a:rPr lang="pt-BR" sz="1600" dirty="0">
                <a:solidFill>
                  <a:srgbClr val="2A9D8F"/>
                </a:solidFill>
                <a:latin typeface="Consolas"/>
              </a:rPr>
              <a:t>    version: "&gt;=5.0"</a:t>
            </a:r>
          </a:p>
        </p:txBody>
      </p:sp>
      <p:sp>
        <p:nvSpPr>
          <p:cNvPr id="120" name="S120"/>
          <p:cNvSpPr/>
          <p:nvPr/>
        </p:nvSpPr>
        <p:spPr>
          <a:xfrm>
            <a:off x="6350000" y="1841500"/>
            <a:ext cx="5080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2200" b="1" dirty="0">
                <a:solidFill>
                  <a:srgbClr val="2A9D8F"/>
                </a:solidFill>
              </a:rPr>
              <a:t>➋  Terminal</a:t>
            </a:r>
          </a:p>
        </p:txBody>
      </p:sp>
      <p:sp>
        <p:nvSpPr>
          <p:cNvPr id="121" name="S121"/>
          <p:cNvSpPr/>
          <p:nvPr/>
        </p:nvSpPr>
        <p:spPr>
          <a:xfrm>
            <a:off x="6350000" y="2540000"/>
            <a:ext cx="5080000" cy="22225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2" name="S122"/>
          <p:cNvSpPr/>
          <p:nvPr/>
        </p:nvSpPr>
        <p:spPr>
          <a:xfrm>
            <a:off x="6540500" y="2730500"/>
            <a:ext cx="4699000" cy="1841500"/>
          </a:xfrm>
          <a:prstGeom prst="rect">
            <a:avLst/>
          </a:prstGeom>
          <a:noFill/>
          <a:ln>
            <a:noFill/>
          </a:ln>
        </p:spPr>
        <p:txBody>
          <a:bodyPr wrap="square" lIns="0" anchor="t"/>
          <a:lstStyle/>
          <a:p>
            <a:pPr>
              <a:buNone/>
            </a:pPr>
            <a:r>
              <a:rPr lang="pt-BR" sz="1600" dirty="0">
                <a:solidFill>
                  <a:srgbClr val="E9C46A"/>
                </a:solidFill>
                <a:latin typeface="Consolas"/>
              </a:rPr>
              <a:t>$ idf.py reconfigure</a:t>
            </a:r>
          </a:p>
          <a:p>
            <a:pPr>
              <a:buNone/>
            </a:pPr>
            <a:r>
              <a:rPr lang="pt-BR" sz="1400" dirty="0">
                <a:solidFill>
                  <a:srgbClr val="A0A8A8"/>
                </a:solidFill>
                <a:latin typeface="Consolas"/>
              </a:rPr>
              <a:t>-- Component esp-dsp v1.3.x</a:t>
            </a:r>
          </a:p>
          <a:p>
            <a:pPr>
              <a:buNone/>
            </a:pPr>
            <a:r>
              <a:rPr lang="pt-BR" sz="1600" dirty="0">
                <a:solidFill>
                  <a:srgbClr val="E9C46A"/>
                </a:solidFill>
                <a:latin typeface="Consolas"/>
              </a:rPr>
              <a:t>$ idf.py build</a:t>
            </a:r>
          </a:p>
          <a:p>
            <a:pPr>
              <a:buNone/>
            </a:pPr>
            <a:r>
              <a:rPr lang="pt-BR" sz="1600" dirty="0">
                <a:solidFill>
                  <a:srgbClr val="E9C46A"/>
                </a:solidFill>
                <a:latin typeface="Consolas"/>
              </a:rPr>
              <a:t>$ idf.py -p /dev/ttyUSB0 flash</a:t>
            </a:r>
          </a:p>
          <a:p>
            <a:pPr>
              <a:buNone/>
            </a:pPr>
            <a:r>
              <a:rPr lang="pt-BR" sz="1600" dirty="0">
                <a:solidFill>
                  <a:srgbClr val="E9C46A"/>
                </a:solidFill>
                <a:latin typeface="Consolas"/>
              </a:rPr>
              <a:t>$ idf.py monitor</a:t>
            </a:r>
          </a:p>
        </p:txBody>
      </p:sp>
      <p:sp>
        <p:nvSpPr>
          <p:cNvPr id="130" name="S130"/>
          <p:cNvSpPr/>
          <p:nvPr/>
        </p:nvSpPr>
        <p:spPr>
          <a:xfrm>
            <a:off x="762000" y="50165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2200" b="1" dirty="0">
                <a:solidFill>
                  <a:srgbClr val="F4A261"/>
                </a:solidFill>
              </a:rPr>
              <a:t>➌  No seu código C</a:t>
            </a:r>
          </a:p>
        </p:txBody>
      </p:sp>
      <p:sp>
        <p:nvSpPr>
          <p:cNvPr id="131" name="S131"/>
          <p:cNvSpPr/>
          <p:nvPr/>
        </p:nvSpPr>
        <p:spPr>
          <a:xfrm>
            <a:off x="762000" y="5461000"/>
            <a:ext cx="10668000" cy="889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32" name="S132"/>
          <p:cNvSpPr/>
          <p:nvPr/>
        </p:nvSpPr>
        <p:spPr>
          <a:xfrm>
            <a:off x="952500" y="5651500"/>
            <a:ext cx="104775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anchor="t"/>
          <a:lstStyle/>
          <a:p>
            <a:pPr>
              <a:buNone/>
            </a:pPr>
            <a:r>
              <a:rPr lang="pt-BR" sz="1600" dirty="0">
                <a:solidFill>
                  <a:srgbClr val="2A9D8F"/>
                </a:solidFill>
                <a:latin typeface="Consolas"/>
              </a:rPr>
              <a:t>#include "esp_dsp.h"   // tudo: dsps_fir, dsps_biquad, dsps_fft2r, dsps_view, dsps_tone</a:t>
            </a:r>
          </a:p>
        </p:txBody>
      </p:sp>
    </p:spTree>
    <p:extLst>
      <p:ext uri="{BB962C8B-B14F-4D97-AF65-F5344CB8AC3E}">
        <p14:creationId xmlns:p14="http://schemas.microsoft.com/office/powerpoint/2010/main" val="261565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3600" b="1" dirty="0">
                <a:solidFill>
                  <a:srgbClr val="1A2332"/>
                </a:solidFill>
              </a:rPr>
              <a:t>O que tem dentro do esp-dsp?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143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800" dirty="0">
                <a:solidFill>
                  <a:srgbClr val="6C757D"/>
                </a:solidFill>
              </a:rPr>
              <a:t>Módulos da biblioteca v1.3 — todos otimizados para Xtensa LX6/LX7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778000"/>
            <a:ext cx="3302000" cy="101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762000" y="1879600"/>
            <a:ext cx="3302000" cy="180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2" name="S202"/>
          <p:cNvSpPr/>
          <p:nvPr/>
        </p:nvSpPr>
        <p:spPr>
          <a:xfrm>
            <a:off x="952500" y="20066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2400" b="1" dirty="0">
                <a:solidFill>
                  <a:srgbClr val="E63946"/>
                </a:solidFill>
              </a:rPr>
              <a:t>Math</a:t>
            </a:r>
          </a:p>
        </p:txBody>
      </p:sp>
      <p:sp>
        <p:nvSpPr>
          <p:cNvPr id="203" name="S203"/>
          <p:cNvSpPr/>
          <p:nvPr/>
        </p:nvSpPr>
        <p:spPr>
          <a:xfrm>
            <a:off x="952500" y="2413000"/>
            <a:ext cx="2921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dsps_add_f32 · dsps_mul_f32 · dsps_dotprod_f32 · dsps_sqrt</a:t>
            </a:r>
          </a:p>
        </p:txBody>
      </p:sp>
      <p:sp>
        <p:nvSpPr>
          <p:cNvPr id="204" name="S204"/>
          <p:cNvSpPr/>
          <p:nvPr/>
        </p:nvSpPr>
        <p:spPr>
          <a:xfrm>
            <a:off x="952500" y="32385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6C757D"/>
                </a:solidFill>
              </a:rPr>
              <a:t>Operações vetoriais e escalares</a:t>
            </a:r>
          </a:p>
        </p:txBody>
      </p:sp>
      <p:sp>
        <p:nvSpPr>
          <p:cNvPr id="205" name="S205"/>
          <p:cNvSpPr/>
          <p:nvPr/>
        </p:nvSpPr>
        <p:spPr>
          <a:xfrm>
            <a:off x="4318000" y="1778000"/>
            <a:ext cx="3302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6" name="S206"/>
          <p:cNvSpPr/>
          <p:nvPr/>
        </p:nvSpPr>
        <p:spPr>
          <a:xfrm>
            <a:off x="4318000" y="1879600"/>
            <a:ext cx="3302000" cy="180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7" name="S207"/>
          <p:cNvSpPr/>
          <p:nvPr/>
        </p:nvSpPr>
        <p:spPr>
          <a:xfrm>
            <a:off x="4508500" y="20066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2400" b="1" dirty="0">
                <a:solidFill>
                  <a:srgbClr val="2A9D8F"/>
                </a:solidFill>
              </a:rPr>
              <a:t>Filtros</a:t>
            </a:r>
          </a:p>
        </p:txBody>
      </p:sp>
      <p:sp>
        <p:nvSpPr>
          <p:cNvPr id="208" name="S208"/>
          <p:cNvSpPr/>
          <p:nvPr/>
        </p:nvSpPr>
        <p:spPr>
          <a:xfrm>
            <a:off x="4508500" y="2413000"/>
            <a:ext cx="2921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dsps_fir_f32 · dsps_biquad_f32 · dsps_iir</a:t>
            </a:r>
          </a:p>
        </p:txBody>
      </p:sp>
      <p:sp>
        <p:nvSpPr>
          <p:cNvPr id="209" name="S209"/>
          <p:cNvSpPr/>
          <p:nvPr/>
        </p:nvSpPr>
        <p:spPr>
          <a:xfrm>
            <a:off x="4508500" y="32385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6C757D"/>
                </a:solidFill>
              </a:rPr>
              <a:t>FIR e IIR (Direct Form II Transposto)</a:t>
            </a:r>
          </a:p>
        </p:txBody>
      </p:sp>
      <p:sp>
        <p:nvSpPr>
          <p:cNvPr id="210" name="S210"/>
          <p:cNvSpPr/>
          <p:nvPr/>
        </p:nvSpPr>
        <p:spPr>
          <a:xfrm>
            <a:off x="7874000" y="1778000"/>
            <a:ext cx="33020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1" name="S211"/>
          <p:cNvSpPr/>
          <p:nvPr/>
        </p:nvSpPr>
        <p:spPr>
          <a:xfrm>
            <a:off x="7874000" y="1879600"/>
            <a:ext cx="3302000" cy="180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2" name="S212"/>
          <p:cNvSpPr/>
          <p:nvPr/>
        </p:nvSpPr>
        <p:spPr>
          <a:xfrm>
            <a:off x="8064500" y="20066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2400" b="1" dirty="0">
                <a:solidFill>
                  <a:srgbClr val="F4A261"/>
                </a:solidFill>
              </a:rPr>
              <a:t>Transformadas</a:t>
            </a:r>
          </a:p>
        </p:txBody>
      </p:sp>
      <p:sp>
        <p:nvSpPr>
          <p:cNvPr id="213" name="S213"/>
          <p:cNvSpPr/>
          <p:nvPr/>
        </p:nvSpPr>
        <p:spPr>
          <a:xfrm>
            <a:off x="8064500" y="2413000"/>
            <a:ext cx="2921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dsps_fft2r · dsps_fft4r · dsps_dct</a:t>
            </a:r>
          </a:p>
        </p:txBody>
      </p:sp>
      <p:sp>
        <p:nvSpPr>
          <p:cNvPr id="214" name="S214"/>
          <p:cNvSpPr/>
          <p:nvPr/>
        </p:nvSpPr>
        <p:spPr>
          <a:xfrm>
            <a:off x="8064500" y="32385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6C757D"/>
                </a:solidFill>
              </a:rPr>
              <a:t>FFT radix-2 / radix-4 in-place</a:t>
            </a:r>
          </a:p>
        </p:txBody>
      </p:sp>
      <p:sp>
        <p:nvSpPr>
          <p:cNvPr id="215" name="S215"/>
          <p:cNvSpPr/>
          <p:nvPr/>
        </p:nvSpPr>
        <p:spPr>
          <a:xfrm>
            <a:off x="762000" y="3810000"/>
            <a:ext cx="3302000" cy="1016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6" name="S216"/>
          <p:cNvSpPr/>
          <p:nvPr/>
        </p:nvSpPr>
        <p:spPr>
          <a:xfrm>
            <a:off x="762000" y="3911600"/>
            <a:ext cx="3302000" cy="180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7" name="S217"/>
          <p:cNvSpPr/>
          <p:nvPr/>
        </p:nvSpPr>
        <p:spPr>
          <a:xfrm>
            <a:off x="952500" y="40386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2400" b="1" dirty="0">
                <a:solidFill>
                  <a:srgbClr val="264653"/>
                </a:solidFill>
              </a:rPr>
              <a:t>Geração</a:t>
            </a:r>
          </a:p>
        </p:txBody>
      </p:sp>
      <p:sp>
        <p:nvSpPr>
          <p:cNvPr id="218" name="S218"/>
          <p:cNvSpPr/>
          <p:nvPr/>
        </p:nvSpPr>
        <p:spPr>
          <a:xfrm>
            <a:off x="952500" y="4445000"/>
            <a:ext cx="2921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dsps_tone_gen · dsps_h_gen · dsps_d_gen</a:t>
            </a:r>
          </a:p>
        </p:txBody>
      </p:sp>
      <p:sp>
        <p:nvSpPr>
          <p:cNvPr id="219" name="S219"/>
          <p:cNvSpPr/>
          <p:nvPr/>
        </p:nvSpPr>
        <p:spPr>
          <a:xfrm>
            <a:off x="952500" y="52705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6C757D"/>
                </a:solidFill>
              </a:rPr>
              <a:t>Senoides, ruído, impulsos, deltas</a:t>
            </a:r>
          </a:p>
        </p:txBody>
      </p:sp>
      <p:sp>
        <p:nvSpPr>
          <p:cNvPr id="220" name="S220"/>
          <p:cNvSpPr/>
          <p:nvPr/>
        </p:nvSpPr>
        <p:spPr>
          <a:xfrm>
            <a:off x="4318000" y="3810000"/>
            <a:ext cx="3302000" cy="1016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1" name="S221"/>
          <p:cNvSpPr/>
          <p:nvPr/>
        </p:nvSpPr>
        <p:spPr>
          <a:xfrm>
            <a:off x="4318000" y="3911600"/>
            <a:ext cx="3302000" cy="180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2" name="S222"/>
          <p:cNvSpPr/>
          <p:nvPr/>
        </p:nvSpPr>
        <p:spPr>
          <a:xfrm>
            <a:off x="4508500" y="40386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2400" b="1" dirty="0">
                <a:solidFill>
                  <a:srgbClr val="E9C46A"/>
                </a:solidFill>
              </a:rPr>
              <a:t>Janelas</a:t>
            </a:r>
          </a:p>
        </p:txBody>
      </p:sp>
      <p:sp>
        <p:nvSpPr>
          <p:cNvPr id="223" name="S223"/>
          <p:cNvSpPr/>
          <p:nvPr/>
        </p:nvSpPr>
        <p:spPr>
          <a:xfrm>
            <a:off x="4508500" y="4445000"/>
            <a:ext cx="2921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dsps_wind_hann · dsps_wind_blackman · _flat_top</a:t>
            </a:r>
          </a:p>
        </p:txBody>
      </p:sp>
      <p:sp>
        <p:nvSpPr>
          <p:cNvPr id="224" name="S224"/>
          <p:cNvSpPr/>
          <p:nvPr/>
        </p:nvSpPr>
        <p:spPr>
          <a:xfrm>
            <a:off x="4508500" y="52705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6C757D"/>
                </a:solidFill>
              </a:rPr>
              <a:t>Hann, Hamming, Blackman, Nuttall…</a:t>
            </a:r>
          </a:p>
        </p:txBody>
      </p:sp>
      <p:sp>
        <p:nvSpPr>
          <p:cNvPr id="225" name="S225"/>
          <p:cNvSpPr/>
          <p:nvPr/>
        </p:nvSpPr>
        <p:spPr>
          <a:xfrm>
            <a:off x="7874000" y="3810000"/>
            <a:ext cx="3302000" cy="1016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6" name="S226"/>
          <p:cNvSpPr/>
          <p:nvPr/>
        </p:nvSpPr>
        <p:spPr>
          <a:xfrm>
            <a:off x="7874000" y="3911600"/>
            <a:ext cx="3302000" cy="18034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7" name="S227"/>
          <p:cNvSpPr/>
          <p:nvPr/>
        </p:nvSpPr>
        <p:spPr>
          <a:xfrm>
            <a:off x="8064500" y="40386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2400" b="1" dirty="0">
                <a:solidFill>
                  <a:srgbClr val="6C757D"/>
                </a:solidFill>
              </a:rPr>
              <a:t>Suporte</a:t>
            </a:r>
          </a:p>
        </p:txBody>
      </p:sp>
      <p:sp>
        <p:nvSpPr>
          <p:cNvPr id="228" name="S228"/>
          <p:cNvSpPr/>
          <p:nvPr/>
        </p:nvSpPr>
        <p:spPr>
          <a:xfrm>
            <a:off x="8064500" y="4445000"/>
            <a:ext cx="2921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dsps_view · dsps_view_spectrum · dsps_snr</a:t>
            </a:r>
          </a:p>
        </p:txBody>
      </p:sp>
      <p:sp>
        <p:nvSpPr>
          <p:cNvPr id="229" name="S229"/>
          <p:cNvSpPr/>
          <p:nvPr/>
        </p:nvSpPr>
        <p:spPr>
          <a:xfrm>
            <a:off x="8064500" y="52705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6C757D"/>
                </a:solidFill>
              </a:rPr>
              <a:t>Plot ASCII, SNR, conversões</a:t>
            </a:r>
          </a:p>
        </p:txBody>
      </p:sp>
      <p:sp>
        <p:nvSpPr>
          <p:cNvPr id="300" name="S300"/>
          <p:cNvSpPr/>
          <p:nvPr/>
        </p:nvSpPr>
        <p:spPr>
          <a:xfrm>
            <a:off x="762000" y="5969000"/>
            <a:ext cx="10668000" cy="381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1" name="S301"/>
          <p:cNvSpPr/>
          <p:nvPr/>
        </p:nvSpPr>
        <p:spPr>
          <a:xfrm>
            <a:off x="952500" y="59944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dirty="0">
                <a:solidFill>
                  <a:srgbClr val="FFFFFF"/>
                </a:solidFill>
              </a:rPr>
              <a:t>💾  ROM ~28 KB  •  RAM mínima  •  C puro + assembly Xtensa  •  Float32 e Int16</a:t>
            </a:r>
          </a:p>
        </p:txBody>
      </p:sp>
    </p:spTree>
    <p:extLst>
      <p:ext uri="{BB962C8B-B14F-4D97-AF65-F5344CB8AC3E}">
        <p14:creationId xmlns:p14="http://schemas.microsoft.com/office/powerpoint/2010/main" val="1245299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3600" b="1" dirty="0">
                <a:solidFill>
                  <a:srgbClr val="1A2332"/>
                </a:solidFill>
              </a:rPr>
              <a:t>Hello DSP — gerar uma senoide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800" dirty="0">
                <a:solidFill>
                  <a:srgbClr val="6C757D"/>
                </a:solidFill>
              </a:rPr>
              <a:t>dsps_tone_gen_f32() — primeira função em ação</a:t>
            </a:r>
          </a:p>
        </p:txBody>
      </p:sp>
      <p:sp>
        <p:nvSpPr>
          <p:cNvPr id="110" name="S110"/>
          <p:cNvSpPr/>
          <p:nvPr/>
        </p:nvSpPr>
        <p:spPr>
          <a:xfrm>
            <a:off x="762000" y="1587500"/>
            <a:ext cx="6858000" cy="4572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1" name="S111"/>
          <p:cNvSpPr/>
          <p:nvPr/>
        </p:nvSpPr>
        <p:spPr>
          <a:xfrm>
            <a:off x="952500" y="1714500"/>
            <a:ext cx="6667500" cy="317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b="1" dirty="0">
                <a:solidFill>
                  <a:srgbClr val="E5E5E0"/>
                </a:solidFill>
                <a:latin typeface="Consolas"/>
              </a:rPr>
              <a:t>hello_dsp.c</a:t>
            </a:r>
          </a:p>
        </p:txBody>
      </p:sp>
      <p:sp>
        <p:nvSpPr>
          <p:cNvPr id="112" name="S112"/>
          <p:cNvSpPr/>
          <p:nvPr/>
        </p:nvSpPr>
        <p:spPr>
          <a:xfrm>
            <a:off x="952500" y="2057400"/>
            <a:ext cx="6477000" cy="12700"/>
          </a:xfrm>
          <a:prstGeom prst="rect">
            <a:avLst/>
          </a:prstGeom>
          <a:solidFill>
            <a:srgbClr val="3A4A5C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90" name="S290"/>
          <p:cNvSpPr/>
          <p:nvPr/>
        </p:nvSpPr>
        <p:spPr>
          <a:xfrm>
            <a:off x="1143000" y="21590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6C7A89"/>
                </a:solidFill>
                <a:latin typeface="Consolas"/>
              </a:rPr>
              <a:t>#include "esp_dsp.h"</a:t>
            </a:r>
          </a:p>
        </p:txBody>
      </p:sp>
      <p:sp>
        <p:nvSpPr>
          <p:cNvPr id="309" name="S309"/>
          <p:cNvSpPr/>
          <p:nvPr/>
        </p:nvSpPr>
        <p:spPr>
          <a:xfrm>
            <a:off x="1143000" y="24003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F4A261"/>
                </a:solidFill>
                <a:latin typeface="Consolas"/>
              </a:rPr>
              <a:t>#define N 1024</a:t>
            </a:r>
          </a:p>
        </p:txBody>
      </p:sp>
      <p:sp>
        <p:nvSpPr>
          <p:cNvPr id="328" name="S328"/>
          <p:cNvSpPr/>
          <p:nvPr/>
        </p:nvSpPr>
        <p:spPr>
          <a:xfrm>
            <a:off x="1143000" y="26416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6C7A89"/>
                </a:solidFill>
                <a:latin typeface="Consolas"/>
              </a:rPr>
              <a:t>#define FREQ 0.05f      // ω normalizada</a:t>
            </a:r>
          </a:p>
        </p:txBody>
      </p:sp>
      <p:sp>
        <p:nvSpPr>
          <p:cNvPr id="357" name="S357"/>
          <p:cNvSpPr/>
          <p:nvPr/>
        </p:nvSpPr>
        <p:spPr>
          <a:xfrm>
            <a:off x="1143000" y="30099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float x[N];</a:t>
            </a:r>
          </a:p>
        </p:txBody>
      </p:sp>
      <p:sp>
        <p:nvSpPr>
          <p:cNvPr id="386" name="S386"/>
          <p:cNvSpPr/>
          <p:nvPr/>
        </p:nvSpPr>
        <p:spPr>
          <a:xfrm>
            <a:off x="1143000" y="33782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2A9D8F"/>
                </a:solidFill>
                <a:latin typeface="Consolas"/>
              </a:rPr>
              <a:t>void app_main(void) {</a:t>
            </a:r>
          </a:p>
        </p:txBody>
      </p:sp>
      <p:sp>
        <p:nvSpPr>
          <p:cNvPr id="405" name="S405"/>
          <p:cNvSpPr/>
          <p:nvPr/>
        </p:nvSpPr>
        <p:spPr>
          <a:xfrm>
            <a:off x="1143000" y="36195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6C7A89"/>
                </a:solidFill>
                <a:latin typeface="Consolas"/>
              </a:rPr>
              <a:t>    // amplitude=1.0, fase=0</a:t>
            </a:r>
          </a:p>
        </p:txBody>
      </p:sp>
      <p:sp>
        <p:nvSpPr>
          <p:cNvPr id="424" name="S424"/>
          <p:cNvSpPr/>
          <p:nvPr/>
        </p:nvSpPr>
        <p:spPr>
          <a:xfrm>
            <a:off x="1143000" y="38608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    dsps_tone_gen_f32(x, N, 1.0f,</a:t>
            </a:r>
          </a:p>
        </p:txBody>
      </p:sp>
      <p:sp>
        <p:nvSpPr>
          <p:cNvPr id="443" name="S443"/>
          <p:cNvSpPr/>
          <p:nvPr/>
        </p:nvSpPr>
        <p:spPr>
          <a:xfrm>
            <a:off x="1143000" y="41021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                       FREQ, 0);</a:t>
            </a:r>
          </a:p>
        </p:txBody>
      </p:sp>
      <p:sp>
        <p:nvSpPr>
          <p:cNvPr id="472" name="S472"/>
          <p:cNvSpPr/>
          <p:nvPr/>
        </p:nvSpPr>
        <p:spPr>
          <a:xfrm>
            <a:off x="1143000" y="44704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6C7A89"/>
                </a:solidFill>
                <a:latin typeface="Consolas"/>
              </a:rPr>
              <a:t>    // visualizar 256 amostras em ASCII</a:t>
            </a:r>
          </a:p>
        </p:txBody>
      </p:sp>
      <p:sp>
        <p:nvSpPr>
          <p:cNvPr id="491" name="S491"/>
          <p:cNvSpPr/>
          <p:nvPr/>
        </p:nvSpPr>
        <p:spPr>
          <a:xfrm>
            <a:off x="1143000" y="47117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    dsps_view(x, 256, 64, 10,</a:t>
            </a:r>
          </a:p>
        </p:txBody>
      </p:sp>
      <p:sp>
        <p:nvSpPr>
          <p:cNvPr id="510" name="S510"/>
          <p:cNvSpPr/>
          <p:nvPr/>
        </p:nvSpPr>
        <p:spPr>
          <a:xfrm>
            <a:off x="1143000" y="49530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              -1, 1, '*');</a:t>
            </a:r>
          </a:p>
        </p:txBody>
      </p:sp>
      <p:sp>
        <p:nvSpPr>
          <p:cNvPr id="529" name="S529"/>
          <p:cNvSpPr/>
          <p:nvPr/>
        </p:nvSpPr>
        <p:spPr>
          <a:xfrm>
            <a:off x="1143000" y="5194300"/>
            <a:ext cx="6477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2A9D8F"/>
                </a:solidFill>
                <a:latin typeface="Consolas"/>
              </a:rPr>
              <a:t>}</a:t>
            </a:r>
          </a:p>
        </p:txBody>
      </p:sp>
      <p:sp>
        <p:nvSpPr>
          <p:cNvPr id="200" name="S200"/>
          <p:cNvSpPr/>
          <p:nvPr/>
        </p:nvSpPr>
        <p:spPr>
          <a:xfrm>
            <a:off x="7874000" y="1587500"/>
            <a:ext cx="3556000" cy="45720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8064500" y="1714500"/>
            <a:ext cx="3175000" cy="317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b="1" dirty="0">
                <a:solidFill>
                  <a:srgbClr val="E5E5E0"/>
                </a:solidFill>
              </a:rPr>
              <a:t>💻  Serial Monitor</a:t>
            </a:r>
          </a:p>
        </p:txBody>
      </p:sp>
      <p:sp>
        <p:nvSpPr>
          <p:cNvPr id="202" name="S202"/>
          <p:cNvSpPr/>
          <p:nvPr/>
        </p:nvSpPr>
        <p:spPr>
          <a:xfrm>
            <a:off x="8064500" y="2057400"/>
            <a:ext cx="3175000" cy="12700"/>
          </a:xfrm>
          <a:prstGeom prst="rect">
            <a:avLst/>
          </a:prstGeom>
          <a:solidFill>
            <a:srgbClr val="3A6068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95" name="S395"/>
          <p:cNvSpPr/>
          <p:nvPr/>
        </p:nvSpPr>
        <p:spPr>
          <a:xfrm>
            <a:off x="8064500" y="22225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100" dirty="0">
                <a:solidFill>
                  <a:srgbClr val="E9C46A"/>
                </a:solidFill>
                <a:latin typeface="Consolas"/>
              </a:rPr>
              <a:t>          ▁▃▅▆▇▇▇▆▅▃▁</a:t>
            </a:r>
          </a:p>
        </p:txBody>
      </p:sp>
      <p:sp>
        <p:nvSpPr>
          <p:cNvPr id="412" name="S412"/>
          <p:cNvSpPr/>
          <p:nvPr/>
        </p:nvSpPr>
        <p:spPr>
          <a:xfrm>
            <a:off x="8064500" y="24384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100" dirty="0">
                <a:solidFill>
                  <a:srgbClr val="E9C46A"/>
                </a:solidFill>
                <a:latin typeface="Consolas"/>
              </a:rPr>
              <a:t>        ▁▃          ▃▁</a:t>
            </a:r>
          </a:p>
        </p:txBody>
      </p:sp>
      <p:sp>
        <p:nvSpPr>
          <p:cNvPr id="429" name="S429"/>
          <p:cNvSpPr/>
          <p:nvPr/>
        </p:nvSpPr>
        <p:spPr>
          <a:xfrm>
            <a:off x="8064500" y="26543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100" dirty="0">
                <a:solidFill>
                  <a:srgbClr val="E9C46A"/>
                </a:solidFill>
                <a:latin typeface="Consolas"/>
              </a:rPr>
              <a:t>      ▁▃              ▃▁</a:t>
            </a:r>
          </a:p>
        </p:txBody>
      </p:sp>
      <p:sp>
        <p:nvSpPr>
          <p:cNvPr id="446" name="S446"/>
          <p:cNvSpPr/>
          <p:nvPr/>
        </p:nvSpPr>
        <p:spPr>
          <a:xfrm>
            <a:off x="8064500" y="28702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100" dirty="0">
                <a:solidFill>
                  <a:srgbClr val="E9C46A"/>
                </a:solidFill>
                <a:latin typeface="Consolas"/>
              </a:rPr>
              <a:t>    ▁▃                  ▃▁</a:t>
            </a:r>
          </a:p>
        </p:txBody>
      </p:sp>
      <p:sp>
        <p:nvSpPr>
          <p:cNvPr id="463" name="S463"/>
          <p:cNvSpPr/>
          <p:nvPr/>
        </p:nvSpPr>
        <p:spPr>
          <a:xfrm>
            <a:off x="8064500" y="30861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100" dirty="0">
                <a:solidFill>
                  <a:srgbClr val="E9C46A"/>
                </a:solidFill>
                <a:latin typeface="Consolas"/>
              </a:rPr>
              <a:t>  ▁▃                      ▃▁</a:t>
            </a:r>
          </a:p>
        </p:txBody>
      </p:sp>
      <p:sp>
        <p:nvSpPr>
          <p:cNvPr id="480" name="S480"/>
          <p:cNvSpPr/>
          <p:nvPr/>
        </p:nvSpPr>
        <p:spPr>
          <a:xfrm>
            <a:off x="8064500" y="33020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100" dirty="0">
                <a:solidFill>
                  <a:srgbClr val="E9C46A"/>
                </a:solidFill>
                <a:latin typeface="Consolas"/>
              </a:rPr>
              <a:t>▁▃                          ▃▁</a:t>
            </a:r>
          </a:p>
        </p:txBody>
      </p:sp>
      <p:sp>
        <p:nvSpPr>
          <p:cNvPr id="497" name="S497"/>
          <p:cNvSpPr/>
          <p:nvPr/>
        </p:nvSpPr>
        <p:spPr>
          <a:xfrm>
            <a:off x="8064500" y="35179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100" dirty="0">
                <a:solidFill>
                  <a:srgbClr val="E9C46A"/>
                </a:solidFill>
                <a:latin typeface="Consolas"/>
              </a:rPr>
              <a:t>                              </a:t>
            </a:r>
          </a:p>
        </p:txBody>
      </p:sp>
      <p:sp>
        <p:nvSpPr>
          <p:cNvPr id="514" name="S514"/>
          <p:cNvSpPr/>
          <p:nvPr/>
        </p:nvSpPr>
        <p:spPr>
          <a:xfrm>
            <a:off x="8064500" y="37338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100" dirty="0">
                <a:solidFill>
                  <a:srgbClr val="E9C46A"/>
                </a:solidFill>
                <a:latin typeface="Consolas"/>
              </a:rPr>
              <a:t>▔▔▔▔▔▔▔▔▔▔▔▔▔▔▔▔▔▔▔▔▔▔▔▔▔▔▔▔▔▔</a:t>
            </a:r>
          </a:p>
        </p:txBody>
      </p:sp>
      <p:sp>
        <p:nvSpPr>
          <p:cNvPr id="531" name="S531"/>
          <p:cNvSpPr/>
          <p:nvPr/>
        </p:nvSpPr>
        <p:spPr>
          <a:xfrm>
            <a:off x="8064500" y="39497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100" dirty="0">
                <a:solidFill>
                  <a:srgbClr val="E9C46A"/>
                </a:solidFill>
                <a:latin typeface="Consolas"/>
              </a:rPr>
              <a:t>                          ▆▇</a:t>
            </a:r>
          </a:p>
        </p:txBody>
      </p:sp>
      <p:sp>
        <p:nvSpPr>
          <p:cNvPr id="548" name="S548"/>
          <p:cNvSpPr/>
          <p:nvPr/>
        </p:nvSpPr>
        <p:spPr>
          <a:xfrm>
            <a:off x="8064500" y="41656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100" dirty="0">
                <a:solidFill>
                  <a:srgbClr val="E9C46A"/>
                </a:solidFill>
                <a:latin typeface="Consolas"/>
              </a:rPr>
              <a:t>                       ▆▇</a:t>
            </a:r>
          </a:p>
        </p:txBody>
      </p:sp>
      <p:sp>
        <p:nvSpPr>
          <p:cNvPr id="565" name="S565"/>
          <p:cNvSpPr/>
          <p:nvPr/>
        </p:nvSpPr>
        <p:spPr>
          <a:xfrm>
            <a:off x="8064500" y="4381500"/>
            <a:ext cx="3175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100" dirty="0">
                <a:solidFill>
                  <a:srgbClr val="E9C46A"/>
                </a:solidFill>
                <a:latin typeface="Consolas"/>
              </a:rPr>
              <a:t>                    ▆▇</a:t>
            </a:r>
          </a:p>
        </p:txBody>
      </p:sp>
      <p:sp>
        <p:nvSpPr>
          <p:cNvPr id="2" name="S290"/>
          <p:cNvSpPr/>
          <p:nvPr/>
        </p:nvSpPr>
        <p:spPr>
          <a:xfrm>
            <a:off x="8064500" y="4826000"/>
            <a:ext cx="3175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b="1" dirty="0">
                <a:solidFill>
                  <a:srgbClr val="2A9D8F"/>
                </a:solidFill>
              </a:rPr>
              <a:t>✓ 1 senoide, 1024 amostras,</a:t>
            </a:r>
          </a:p>
          <a:p>
            <a:pPr>
              <a:buNone/>
            </a:pPr>
            <a:r>
              <a:rPr lang="pt-BR" sz="1400" dirty="0">
                <a:solidFill>
                  <a:srgbClr val="2A9D8F"/>
                </a:solidFill>
              </a:rPr>
              <a:t>   1 chamada de função.</a:t>
            </a:r>
          </a:p>
        </p:txBody>
      </p:sp>
      <p:sp>
        <p:nvSpPr>
          <p:cNvPr id="300" name="S300"/>
          <p:cNvSpPr/>
          <p:nvPr/>
        </p:nvSpPr>
        <p:spPr>
          <a:xfrm>
            <a:off x="762000" y="6350000"/>
            <a:ext cx="10668000" cy="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1" name="S301"/>
          <p:cNvSpPr/>
          <p:nvPr/>
        </p:nvSpPr>
        <p:spPr>
          <a:xfrm>
            <a:off x="762000" y="63754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b="1" dirty="0">
                <a:solidFill>
                  <a:srgbClr val="264653"/>
                </a:solidFill>
              </a:rPr>
              <a:t>⚡  dsps_tone_gen é otimizada — gera 1024 floats em ~80 µs no ESP32 a 240 MHz</a:t>
            </a:r>
          </a:p>
        </p:txBody>
      </p:sp>
    </p:spTree>
    <p:extLst>
      <p:ext uri="{BB962C8B-B14F-4D97-AF65-F5344CB8AC3E}">
        <p14:creationId xmlns:p14="http://schemas.microsoft.com/office/powerpoint/2010/main" val="3737359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3600" b="1" dirty="0">
                <a:solidFill>
                  <a:srgbClr val="1A2332"/>
                </a:solidFill>
              </a:rPr>
              <a:t>Operações Vetoriais — dsps_math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800" dirty="0">
                <a:solidFill>
                  <a:srgbClr val="6C757D"/>
                </a:solidFill>
              </a:rPr>
              <a:t>Aritmética em vetores inteiros, otimizada via SIMD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101600" cy="1143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863600" y="1651000"/>
            <a:ext cx="52070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2" name="S202"/>
          <p:cNvSpPr/>
          <p:nvPr/>
        </p:nvSpPr>
        <p:spPr>
          <a:xfrm>
            <a:off x="1079500" y="1778000"/>
            <a:ext cx="4953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800" b="1" dirty="0">
                <a:solidFill>
                  <a:srgbClr val="E63946"/>
                </a:solidFill>
                <a:latin typeface="Consolas"/>
              </a:rPr>
              <a:t>dsps_add_f32()</a:t>
            </a:r>
          </a:p>
        </p:txBody>
      </p:sp>
      <p:sp>
        <p:nvSpPr>
          <p:cNvPr id="203" name="S203"/>
          <p:cNvSpPr/>
          <p:nvPr/>
        </p:nvSpPr>
        <p:spPr>
          <a:xfrm>
            <a:off x="1079500" y="21336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y[i] = a[i] + b[i]</a:t>
            </a:r>
          </a:p>
        </p:txBody>
      </p:sp>
      <p:sp>
        <p:nvSpPr>
          <p:cNvPr id="204" name="S204"/>
          <p:cNvSpPr/>
          <p:nvPr/>
        </p:nvSpPr>
        <p:spPr>
          <a:xfrm>
            <a:off x="1079500" y="24384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6C757D"/>
                </a:solidFill>
              </a:rPr>
              <a:t>Soma de vetores</a:t>
            </a:r>
          </a:p>
        </p:txBody>
      </p:sp>
      <p:sp>
        <p:nvSpPr>
          <p:cNvPr id="205" name="S205"/>
          <p:cNvSpPr/>
          <p:nvPr/>
        </p:nvSpPr>
        <p:spPr>
          <a:xfrm>
            <a:off x="6159500" y="1651000"/>
            <a:ext cx="101600" cy="1143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6" name="S206"/>
          <p:cNvSpPr/>
          <p:nvPr/>
        </p:nvSpPr>
        <p:spPr>
          <a:xfrm>
            <a:off x="6261100" y="1651000"/>
            <a:ext cx="52070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7" name="S207"/>
          <p:cNvSpPr/>
          <p:nvPr/>
        </p:nvSpPr>
        <p:spPr>
          <a:xfrm>
            <a:off x="6477000" y="1778000"/>
            <a:ext cx="4953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800" b="1" dirty="0">
                <a:solidFill>
                  <a:srgbClr val="F4A261"/>
                </a:solidFill>
                <a:latin typeface="Consolas"/>
              </a:rPr>
              <a:t>dsps_sub_f32()</a:t>
            </a:r>
          </a:p>
        </p:txBody>
      </p:sp>
      <p:sp>
        <p:nvSpPr>
          <p:cNvPr id="208" name="S208"/>
          <p:cNvSpPr/>
          <p:nvPr/>
        </p:nvSpPr>
        <p:spPr>
          <a:xfrm>
            <a:off x="6477000" y="21336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y[i] = a[i] − b[i]</a:t>
            </a:r>
          </a:p>
        </p:txBody>
      </p:sp>
      <p:sp>
        <p:nvSpPr>
          <p:cNvPr id="209" name="S209"/>
          <p:cNvSpPr/>
          <p:nvPr/>
        </p:nvSpPr>
        <p:spPr>
          <a:xfrm>
            <a:off x="6477000" y="24384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6C757D"/>
                </a:solidFill>
              </a:rPr>
              <a:t>Subtração</a:t>
            </a:r>
          </a:p>
        </p:txBody>
      </p:sp>
      <p:sp>
        <p:nvSpPr>
          <p:cNvPr id="210" name="S210"/>
          <p:cNvSpPr/>
          <p:nvPr/>
        </p:nvSpPr>
        <p:spPr>
          <a:xfrm>
            <a:off x="762000" y="2984500"/>
            <a:ext cx="101600" cy="1143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1" name="S211"/>
          <p:cNvSpPr/>
          <p:nvPr/>
        </p:nvSpPr>
        <p:spPr>
          <a:xfrm>
            <a:off x="863600" y="2984500"/>
            <a:ext cx="52070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2" name="S212"/>
          <p:cNvSpPr/>
          <p:nvPr/>
        </p:nvSpPr>
        <p:spPr>
          <a:xfrm>
            <a:off x="1079500" y="3111500"/>
            <a:ext cx="4953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800" b="1" dirty="0">
                <a:solidFill>
                  <a:srgbClr val="2A9D8F"/>
                </a:solidFill>
                <a:latin typeface="Consolas"/>
              </a:rPr>
              <a:t>dsps_mul_f32()</a:t>
            </a:r>
          </a:p>
        </p:txBody>
      </p:sp>
      <p:sp>
        <p:nvSpPr>
          <p:cNvPr id="213" name="S213"/>
          <p:cNvSpPr/>
          <p:nvPr/>
        </p:nvSpPr>
        <p:spPr>
          <a:xfrm>
            <a:off x="1079500" y="34671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y[i] = a[i] × b[i]</a:t>
            </a:r>
          </a:p>
        </p:txBody>
      </p:sp>
      <p:sp>
        <p:nvSpPr>
          <p:cNvPr id="214" name="S214"/>
          <p:cNvSpPr/>
          <p:nvPr/>
        </p:nvSpPr>
        <p:spPr>
          <a:xfrm>
            <a:off x="1079500" y="37719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6C757D"/>
                </a:solidFill>
              </a:rPr>
              <a:t>Mul ponto-a-ponto</a:t>
            </a:r>
          </a:p>
        </p:txBody>
      </p:sp>
      <p:sp>
        <p:nvSpPr>
          <p:cNvPr id="215" name="S215"/>
          <p:cNvSpPr/>
          <p:nvPr/>
        </p:nvSpPr>
        <p:spPr>
          <a:xfrm>
            <a:off x="6159500" y="2984500"/>
            <a:ext cx="101600" cy="11430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6" name="S216"/>
          <p:cNvSpPr/>
          <p:nvPr/>
        </p:nvSpPr>
        <p:spPr>
          <a:xfrm>
            <a:off x="6261100" y="2984500"/>
            <a:ext cx="52070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7" name="S217"/>
          <p:cNvSpPr/>
          <p:nvPr/>
        </p:nvSpPr>
        <p:spPr>
          <a:xfrm>
            <a:off x="6477000" y="3111500"/>
            <a:ext cx="4953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800" b="1" dirty="0">
                <a:solidFill>
                  <a:srgbClr val="264653"/>
                </a:solidFill>
                <a:latin typeface="Consolas"/>
              </a:rPr>
              <a:t>dsps_mulc_f32()</a:t>
            </a:r>
          </a:p>
        </p:txBody>
      </p:sp>
      <p:sp>
        <p:nvSpPr>
          <p:cNvPr id="218" name="S218"/>
          <p:cNvSpPr/>
          <p:nvPr/>
        </p:nvSpPr>
        <p:spPr>
          <a:xfrm>
            <a:off x="6477000" y="34671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y[i] = a[i] × C</a:t>
            </a:r>
          </a:p>
        </p:txBody>
      </p:sp>
      <p:sp>
        <p:nvSpPr>
          <p:cNvPr id="219" name="S219"/>
          <p:cNvSpPr/>
          <p:nvPr/>
        </p:nvSpPr>
        <p:spPr>
          <a:xfrm>
            <a:off x="6477000" y="37719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6C757D"/>
                </a:solidFill>
              </a:rPr>
              <a:t>Mul por escalar</a:t>
            </a:r>
          </a:p>
        </p:txBody>
      </p:sp>
      <p:sp>
        <p:nvSpPr>
          <p:cNvPr id="220" name="S220"/>
          <p:cNvSpPr/>
          <p:nvPr/>
        </p:nvSpPr>
        <p:spPr>
          <a:xfrm>
            <a:off x="762000" y="4318000"/>
            <a:ext cx="101600" cy="11430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1" name="S221"/>
          <p:cNvSpPr/>
          <p:nvPr/>
        </p:nvSpPr>
        <p:spPr>
          <a:xfrm>
            <a:off x="863600" y="4318000"/>
            <a:ext cx="52070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2" name="S222"/>
          <p:cNvSpPr/>
          <p:nvPr/>
        </p:nvSpPr>
        <p:spPr>
          <a:xfrm>
            <a:off x="1079500" y="4445000"/>
            <a:ext cx="4953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800" b="1" dirty="0">
                <a:solidFill>
                  <a:srgbClr val="E9C46A"/>
                </a:solidFill>
                <a:latin typeface="Consolas"/>
              </a:rPr>
              <a:t>dsps_addc_f32()</a:t>
            </a:r>
          </a:p>
        </p:txBody>
      </p:sp>
      <p:sp>
        <p:nvSpPr>
          <p:cNvPr id="223" name="S223"/>
          <p:cNvSpPr/>
          <p:nvPr/>
        </p:nvSpPr>
        <p:spPr>
          <a:xfrm>
            <a:off x="1079500" y="48006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y[i] = a[i] + C</a:t>
            </a:r>
          </a:p>
        </p:txBody>
      </p:sp>
      <p:sp>
        <p:nvSpPr>
          <p:cNvPr id="224" name="S224"/>
          <p:cNvSpPr/>
          <p:nvPr/>
        </p:nvSpPr>
        <p:spPr>
          <a:xfrm>
            <a:off x="1079500" y="51054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6C757D"/>
                </a:solidFill>
              </a:rPr>
              <a:t>Bias / offset</a:t>
            </a:r>
          </a:p>
        </p:txBody>
      </p:sp>
      <p:sp>
        <p:nvSpPr>
          <p:cNvPr id="225" name="S225"/>
          <p:cNvSpPr/>
          <p:nvPr/>
        </p:nvSpPr>
        <p:spPr>
          <a:xfrm>
            <a:off x="6159500" y="4318000"/>
            <a:ext cx="101600" cy="11430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6" name="S226"/>
          <p:cNvSpPr/>
          <p:nvPr/>
        </p:nvSpPr>
        <p:spPr>
          <a:xfrm>
            <a:off x="6261100" y="4318000"/>
            <a:ext cx="520700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7" name="S227"/>
          <p:cNvSpPr/>
          <p:nvPr/>
        </p:nvSpPr>
        <p:spPr>
          <a:xfrm>
            <a:off x="6477000" y="4445000"/>
            <a:ext cx="4953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800" b="1" dirty="0">
                <a:solidFill>
                  <a:srgbClr val="6C757D"/>
                </a:solidFill>
                <a:latin typeface="Consolas"/>
              </a:rPr>
              <a:t>dsps_dotprod_f32()</a:t>
            </a:r>
          </a:p>
        </p:txBody>
      </p:sp>
      <p:sp>
        <p:nvSpPr>
          <p:cNvPr id="228" name="S228"/>
          <p:cNvSpPr/>
          <p:nvPr/>
        </p:nvSpPr>
        <p:spPr>
          <a:xfrm>
            <a:off x="6477000" y="48006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Σ a[i] × b[i]</a:t>
            </a:r>
          </a:p>
        </p:txBody>
      </p:sp>
      <p:sp>
        <p:nvSpPr>
          <p:cNvPr id="229" name="S229"/>
          <p:cNvSpPr/>
          <p:nvPr/>
        </p:nvSpPr>
        <p:spPr>
          <a:xfrm>
            <a:off x="6477000" y="510540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6C757D"/>
                </a:solidFill>
              </a:rPr>
              <a:t>Produto interno</a:t>
            </a:r>
          </a:p>
        </p:txBody>
      </p:sp>
      <p:sp>
        <p:nvSpPr>
          <p:cNvPr id="400" name="S400"/>
          <p:cNvSpPr/>
          <p:nvPr/>
        </p:nvSpPr>
        <p:spPr>
          <a:xfrm>
            <a:off x="762000" y="5842000"/>
            <a:ext cx="10668000" cy="762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01" name="S401"/>
          <p:cNvSpPr/>
          <p:nvPr/>
        </p:nvSpPr>
        <p:spPr>
          <a:xfrm>
            <a:off x="952500" y="5969000"/>
            <a:ext cx="104775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3 vetores, mistura na hora:</a:t>
            </a:r>
          </a:p>
        </p:txBody>
      </p:sp>
      <p:sp>
        <p:nvSpPr>
          <p:cNvPr id="402" name="S402"/>
          <p:cNvSpPr/>
          <p:nvPr/>
        </p:nvSpPr>
        <p:spPr>
          <a:xfrm>
            <a:off x="952500" y="6248400"/>
            <a:ext cx="104775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dirty="0">
                <a:solidFill>
                  <a:srgbClr val="E5E5E0"/>
                </a:solidFill>
                <a:latin typeface="Consolas"/>
              </a:rPr>
              <a:t>dsps_mulc_f32(audio, audio_g, N, 0.5f, 1, 1);  // ganho</a:t>
            </a:r>
          </a:p>
        </p:txBody>
      </p:sp>
    </p:spTree>
    <p:extLst>
      <p:ext uri="{BB962C8B-B14F-4D97-AF65-F5344CB8AC3E}">
        <p14:creationId xmlns:p14="http://schemas.microsoft.com/office/powerpoint/2010/main" val="3700449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3600" b="1" dirty="0">
                <a:solidFill>
                  <a:srgbClr val="1A2332"/>
                </a:solidFill>
              </a:rPr>
              <a:t>Geração de Sinais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800" dirty="0">
                <a:solidFill>
                  <a:srgbClr val="6C757D"/>
                </a:solidFill>
              </a:rPr>
              <a:t>Bench de testes — todo DSP precisa de um bom estímulo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3302000" cy="101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762000" y="1752600"/>
            <a:ext cx="3302000" cy="368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2" name="S202"/>
          <p:cNvSpPr/>
          <p:nvPr/>
        </p:nvSpPr>
        <p:spPr>
          <a:xfrm>
            <a:off x="952500" y="1879600"/>
            <a:ext cx="2921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b="1" dirty="0">
                <a:solidFill>
                  <a:srgbClr val="E63946"/>
                </a:solidFill>
                <a:latin typeface="Consolas"/>
              </a:rPr>
              <a:t>dsps_tone_gen_f32</a:t>
            </a:r>
          </a:p>
        </p:txBody>
      </p:sp>
      <p:sp>
        <p:nvSpPr>
          <p:cNvPr id="203" name="S203"/>
          <p:cNvSpPr/>
          <p:nvPr/>
        </p:nvSpPr>
        <p:spPr>
          <a:xfrm>
            <a:off x="952500" y="2209800"/>
            <a:ext cx="292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200" dirty="0">
                <a:solidFill>
                  <a:srgbClr val="6C757D"/>
                </a:solidFill>
                <a:latin typeface="Consolas"/>
              </a:rPr>
              <a:t>(out, N, ampl, freq, fase)</a:t>
            </a:r>
          </a:p>
        </p:txBody>
      </p:sp>
      <p:sp>
        <p:nvSpPr>
          <p:cNvPr id="204" name="S204"/>
          <p:cNvSpPr/>
          <p:nvPr/>
        </p:nvSpPr>
        <p:spPr>
          <a:xfrm>
            <a:off x="952500" y="2565400"/>
            <a:ext cx="2921000" cy="457200"/>
          </a:xfrm>
          <a:prstGeom prst="roundRect">
            <a:avLst/>
          </a:prstGeom>
          <a:solidFill>
            <a:srgbClr val="F8F4E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5" name="S205"/>
          <p:cNvSpPr/>
          <p:nvPr/>
        </p:nvSpPr>
        <p:spPr>
          <a:xfrm>
            <a:off x="1079500" y="26416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500" b="1" dirty="0">
                <a:solidFill>
                  <a:srgbClr val="264653"/>
                </a:solidFill>
                <a:latin typeface="Consolas"/>
              </a:rPr>
              <a:t>x[n] = A·sin(2π·f·n + φ)</a:t>
            </a:r>
          </a:p>
        </p:txBody>
      </p:sp>
      <p:sp>
        <p:nvSpPr>
          <p:cNvPr id="206" name="S206"/>
          <p:cNvSpPr/>
          <p:nvPr/>
        </p:nvSpPr>
        <p:spPr>
          <a:xfrm>
            <a:off x="952500" y="3149600"/>
            <a:ext cx="2921000" cy="1651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7" name="S207"/>
          <p:cNvSpPr/>
          <p:nvPr/>
        </p:nvSpPr>
        <p:spPr>
          <a:xfrm>
            <a:off x="1079500" y="32766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E63946"/>
                </a:solidFill>
                <a:latin typeface="Consolas"/>
              </a:rPr>
              <a:t>    ▆▇█▇▆</a:t>
            </a:r>
          </a:p>
        </p:txBody>
      </p:sp>
      <p:sp>
        <p:nvSpPr>
          <p:cNvPr id="208" name="S208"/>
          <p:cNvSpPr/>
          <p:nvPr/>
        </p:nvSpPr>
        <p:spPr>
          <a:xfrm>
            <a:off x="1079500" y="35560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E63946"/>
                </a:solidFill>
                <a:latin typeface="Consolas"/>
              </a:rPr>
              <a:t>  ▃▅      ▅▃</a:t>
            </a:r>
          </a:p>
        </p:txBody>
      </p:sp>
      <p:sp>
        <p:nvSpPr>
          <p:cNvPr id="209" name="S209"/>
          <p:cNvSpPr/>
          <p:nvPr/>
        </p:nvSpPr>
        <p:spPr>
          <a:xfrm>
            <a:off x="1079500" y="38354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E63946"/>
                </a:solidFill>
                <a:latin typeface="Consolas"/>
              </a:rPr>
              <a:t>▁▃          ▃▁</a:t>
            </a:r>
          </a:p>
        </p:txBody>
      </p:sp>
      <p:sp>
        <p:nvSpPr>
          <p:cNvPr id="210" name="S210"/>
          <p:cNvSpPr/>
          <p:nvPr/>
        </p:nvSpPr>
        <p:spPr>
          <a:xfrm>
            <a:off x="952500" y="48895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500" b="1" dirty="0">
                <a:solidFill>
                  <a:srgbClr val="E63946"/>
                </a:solidFill>
              </a:rPr>
              <a:t>Senoide pura</a:t>
            </a:r>
          </a:p>
        </p:txBody>
      </p:sp>
      <p:sp>
        <p:nvSpPr>
          <p:cNvPr id="211" name="S211"/>
          <p:cNvSpPr/>
          <p:nvPr/>
        </p:nvSpPr>
        <p:spPr>
          <a:xfrm>
            <a:off x="4318000" y="1651000"/>
            <a:ext cx="3302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2" name="S212"/>
          <p:cNvSpPr/>
          <p:nvPr/>
        </p:nvSpPr>
        <p:spPr>
          <a:xfrm>
            <a:off x="4318000" y="1752600"/>
            <a:ext cx="3302000" cy="368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3" name="S213"/>
          <p:cNvSpPr/>
          <p:nvPr/>
        </p:nvSpPr>
        <p:spPr>
          <a:xfrm>
            <a:off x="4508500" y="1879600"/>
            <a:ext cx="2921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b="1" dirty="0">
                <a:solidFill>
                  <a:srgbClr val="2A9D8F"/>
                </a:solidFill>
                <a:latin typeface="Consolas"/>
              </a:rPr>
              <a:t>dsps_d_gen_f32</a:t>
            </a:r>
          </a:p>
        </p:txBody>
      </p:sp>
      <p:sp>
        <p:nvSpPr>
          <p:cNvPr id="214" name="S214"/>
          <p:cNvSpPr/>
          <p:nvPr/>
        </p:nvSpPr>
        <p:spPr>
          <a:xfrm>
            <a:off x="4508500" y="2209800"/>
            <a:ext cx="292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200" dirty="0">
                <a:solidFill>
                  <a:srgbClr val="6C757D"/>
                </a:solidFill>
                <a:latin typeface="Consolas"/>
              </a:rPr>
              <a:t>(out, N, pos)</a:t>
            </a:r>
          </a:p>
        </p:txBody>
      </p:sp>
      <p:sp>
        <p:nvSpPr>
          <p:cNvPr id="215" name="S215"/>
          <p:cNvSpPr/>
          <p:nvPr/>
        </p:nvSpPr>
        <p:spPr>
          <a:xfrm>
            <a:off x="4508500" y="2565400"/>
            <a:ext cx="2921000" cy="457200"/>
          </a:xfrm>
          <a:prstGeom prst="roundRect">
            <a:avLst/>
          </a:prstGeom>
          <a:solidFill>
            <a:srgbClr val="F8F4E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6" name="S216"/>
          <p:cNvSpPr/>
          <p:nvPr/>
        </p:nvSpPr>
        <p:spPr>
          <a:xfrm>
            <a:off x="4635500" y="26416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500" b="1" dirty="0">
                <a:solidFill>
                  <a:srgbClr val="264653"/>
                </a:solidFill>
                <a:latin typeface="Consolas"/>
              </a:rPr>
              <a:t>x[n] = δ[n − pos]</a:t>
            </a:r>
          </a:p>
        </p:txBody>
      </p:sp>
      <p:sp>
        <p:nvSpPr>
          <p:cNvPr id="217" name="S217"/>
          <p:cNvSpPr/>
          <p:nvPr/>
        </p:nvSpPr>
        <p:spPr>
          <a:xfrm>
            <a:off x="4508500" y="3149600"/>
            <a:ext cx="2921000" cy="1651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8" name="S218"/>
          <p:cNvSpPr/>
          <p:nvPr/>
        </p:nvSpPr>
        <p:spPr>
          <a:xfrm>
            <a:off x="4635500" y="32766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         █  </a:t>
            </a:r>
          </a:p>
        </p:txBody>
      </p:sp>
      <p:sp>
        <p:nvSpPr>
          <p:cNvPr id="219" name="S219"/>
          <p:cNvSpPr/>
          <p:nvPr/>
        </p:nvSpPr>
        <p:spPr>
          <a:xfrm>
            <a:off x="4635500" y="35560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         █  </a:t>
            </a:r>
          </a:p>
        </p:txBody>
      </p:sp>
      <p:sp>
        <p:nvSpPr>
          <p:cNvPr id="220" name="S220"/>
          <p:cNvSpPr/>
          <p:nvPr/>
        </p:nvSpPr>
        <p:spPr>
          <a:xfrm>
            <a:off x="4635500" y="38354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─────────█──</a:t>
            </a:r>
          </a:p>
        </p:txBody>
      </p:sp>
      <p:sp>
        <p:nvSpPr>
          <p:cNvPr id="221" name="S221"/>
          <p:cNvSpPr/>
          <p:nvPr/>
        </p:nvSpPr>
        <p:spPr>
          <a:xfrm>
            <a:off x="4508500" y="48895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500" b="1" dirty="0">
                <a:solidFill>
                  <a:srgbClr val="2A9D8F"/>
                </a:solidFill>
              </a:rPr>
              <a:t>Impulso unitário</a:t>
            </a:r>
          </a:p>
        </p:txBody>
      </p:sp>
      <p:sp>
        <p:nvSpPr>
          <p:cNvPr id="222" name="S222"/>
          <p:cNvSpPr/>
          <p:nvPr/>
        </p:nvSpPr>
        <p:spPr>
          <a:xfrm>
            <a:off x="7874000" y="1651000"/>
            <a:ext cx="33020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3" name="S223"/>
          <p:cNvSpPr/>
          <p:nvPr/>
        </p:nvSpPr>
        <p:spPr>
          <a:xfrm>
            <a:off x="7874000" y="1752600"/>
            <a:ext cx="3302000" cy="368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4" name="S224"/>
          <p:cNvSpPr/>
          <p:nvPr/>
        </p:nvSpPr>
        <p:spPr>
          <a:xfrm>
            <a:off x="8064500" y="1879600"/>
            <a:ext cx="2921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b="1" dirty="0">
                <a:solidFill>
                  <a:srgbClr val="F4A261"/>
                </a:solidFill>
                <a:latin typeface="Consolas"/>
              </a:rPr>
              <a:t>dsps_h_gen_f32</a:t>
            </a:r>
          </a:p>
        </p:txBody>
      </p:sp>
      <p:sp>
        <p:nvSpPr>
          <p:cNvPr id="225" name="S225"/>
          <p:cNvSpPr/>
          <p:nvPr/>
        </p:nvSpPr>
        <p:spPr>
          <a:xfrm>
            <a:off x="8064500" y="2209800"/>
            <a:ext cx="292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200" dirty="0">
                <a:solidFill>
                  <a:srgbClr val="6C757D"/>
                </a:solidFill>
                <a:latin typeface="Consolas"/>
              </a:rPr>
              <a:t>(out, N, pos)</a:t>
            </a:r>
          </a:p>
        </p:txBody>
      </p:sp>
      <p:sp>
        <p:nvSpPr>
          <p:cNvPr id="226" name="S226"/>
          <p:cNvSpPr/>
          <p:nvPr/>
        </p:nvSpPr>
        <p:spPr>
          <a:xfrm>
            <a:off x="8064500" y="2565400"/>
            <a:ext cx="2921000" cy="457200"/>
          </a:xfrm>
          <a:prstGeom prst="roundRect">
            <a:avLst/>
          </a:prstGeom>
          <a:solidFill>
            <a:srgbClr val="F8F4E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7" name="S227"/>
          <p:cNvSpPr/>
          <p:nvPr/>
        </p:nvSpPr>
        <p:spPr>
          <a:xfrm>
            <a:off x="8191500" y="2641600"/>
            <a:ext cx="2794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500" b="1" dirty="0">
                <a:solidFill>
                  <a:srgbClr val="264653"/>
                </a:solidFill>
                <a:latin typeface="Consolas"/>
              </a:rPr>
              <a:t>x[n] = u[n − pos]</a:t>
            </a:r>
          </a:p>
        </p:txBody>
      </p:sp>
      <p:sp>
        <p:nvSpPr>
          <p:cNvPr id="228" name="S228"/>
          <p:cNvSpPr/>
          <p:nvPr/>
        </p:nvSpPr>
        <p:spPr>
          <a:xfrm>
            <a:off x="8064500" y="3149600"/>
            <a:ext cx="2921000" cy="1651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9" name="S229"/>
          <p:cNvSpPr/>
          <p:nvPr/>
        </p:nvSpPr>
        <p:spPr>
          <a:xfrm>
            <a:off x="8191500" y="32766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F4A261"/>
                </a:solidFill>
                <a:latin typeface="Consolas"/>
              </a:rPr>
              <a:t>       ▇█████</a:t>
            </a:r>
          </a:p>
        </p:txBody>
      </p:sp>
      <p:sp>
        <p:nvSpPr>
          <p:cNvPr id="230" name="S230"/>
          <p:cNvSpPr/>
          <p:nvPr/>
        </p:nvSpPr>
        <p:spPr>
          <a:xfrm>
            <a:off x="8191500" y="35560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F4A261"/>
                </a:solidFill>
                <a:latin typeface="Consolas"/>
              </a:rPr>
              <a:t>       █████</a:t>
            </a:r>
          </a:p>
        </p:txBody>
      </p:sp>
      <p:sp>
        <p:nvSpPr>
          <p:cNvPr id="231" name="S231"/>
          <p:cNvSpPr/>
          <p:nvPr/>
        </p:nvSpPr>
        <p:spPr>
          <a:xfrm>
            <a:off x="8191500" y="3835400"/>
            <a:ext cx="2794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F4A261"/>
                </a:solidFill>
                <a:latin typeface="Consolas"/>
              </a:rPr>
              <a:t>───────█████</a:t>
            </a:r>
          </a:p>
        </p:txBody>
      </p:sp>
      <p:sp>
        <p:nvSpPr>
          <p:cNvPr id="232" name="S232"/>
          <p:cNvSpPr/>
          <p:nvPr/>
        </p:nvSpPr>
        <p:spPr>
          <a:xfrm>
            <a:off x="8064500" y="4889500"/>
            <a:ext cx="2921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500" b="1" dirty="0">
                <a:solidFill>
                  <a:srgbClr val="F4A261"/>
                </a:solidFill>
              </a:rPr>
              <a:t>Degrau</a:t>
            </a:r>
          </a:p>
        </p:txBody>
      </p:sp>
      <p:sp>
        <p:nvSpPr>
          <p:cNvPr id="400" name="S400"/>
          <p:cNvSpPr/>
          <p:nvPr/>
        </p:nvSpPr>
        <p:spPr>
          <a:xfrm>
            <a:off x="762000" y="5588000"/>
            <a:ext cx="10668000" cy="1016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01" name="S401"/>
          <p:cNvSpPr/>
          <p:nvPr/>
        </p:nvSpPr>
        <p:spPr>
          <a:xfrm>
            <a:off x="952500" y="5715000"/>
            <a:ext cx="104775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Construir sinal de teste: senoide + ruído branco</a:t>
            </a:r>
          </a:p>
        </p:txBody>
      </p:sp>
      <p:sp>
        <p:nvSpPr>
          <p:cNvPr id="402" name="S402"/>
          <p:cNvSpPr/>
          <p:nvPr/>
        </p:nvSpPr>
        <p:spPr>
          <a:xfrm>
            <a:off x="952500" y="5994400"/>
            <a:ext cx="104775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dsps_tone_gen_f32(sig, N, 1.0f, 0.10f, 0);</a:t>
            </a:r>
          </a:p>
        </p:txBody>
      </p:sp>
      <p:sp>
        <p:nvSpPr>
          <p:cNvPr id="403" name="S403"/>
          <p:cNvSpPr/>
          <p:nvPr/>
        </p:nvSpPr>
        <p:spPr>
          <a:xfrm>
            <a:off x="952500" y="6273800"/>
            <a:ext cx="104775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for (int i = 0; i &lt; N; i++) sig[i] += 0.1f * (rand()/(float)RAND_MAX - 0.5f);</a:t>
            </a:r>
          </a:p>
        </p:txBody>
      </p:sp>
    </p:spTree>
    <p:extLst>
      <p:ext uri="{BB962C8B-B14F-4D97-AF65-F5344CB8AC3E}">
        <p14:creationId xmlns:p14="http://schemas.microsoft.com/office/powerpoint/2010/main" val="3399649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3400" b="1" dirty="0">
                <a:solidFill>
                  <a:srgbClr val="1A2332"/>
                </a:solidFill>
              </a:rPr>
              <a:t>Janelas — antes da FFT, sempre janela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800" dirty="0">
                <a:solidFill>
                  <a:srgbClr val="6C757D"/>
                </a:solidFill>
              </a:rPr>
              <a:t>dsps_wind_* atenua o leakage espectral suavizando as bordas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101600" cy="635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863600" y="1651000"/>
            <a:ext cx="10566400" cy="63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2" name="S202"/>
          <p:cNvSpPr/>
          <p:nvPr/>
        </p:nvSpPr>
        <p:spPr>
          <a:xfrm>
            <a:off x="1079500" y="17780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b="1" dirty="0">
                <a:solidFill>
                  <a:srgbClr val="E63946"/>
                </a:solidFill>
                <a:latin typeface="Consolas"/>
              </a:rPr>
              <a:t>dsps_wind_hann_f32</a:t>
            </a:r>
          </a:p>
        </p:txBody>
      </p:sp>
      <p:sp>
        <p:nvSpPr>
          <p:cNvPr id="203" name="S203"/>
          <p:cNvSpPr/>
          <p:nvPr/>
        </p:nvSpPr>
        <p:spPr>
          <a:xfrm>
            <a:off x="4826000" y="17780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700" b="1" dirty="0">
                <a:solidFill>
                  <a:srgbClr val="1A2332"/>
                </a:solidFill>
              </a:rPr>
              <a:t>Hann</a:t>
            </a:r>
          </a:p>
        </p:txBody>
      </p:sp>
      <p:sp>
        <p:nvSpPr>
          <p:cNvPr id="204" name="S204"/>
          <p:cNvSpPr/>
          <p:nvPr/>
        </p:nvSpPr>
        <p:spPr>
          <a:xfrm>
            <a:off x="6604000" y="1803400"/>
            <a:ext cx="4699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0.5(1 − cos(2πn/N))</a:t>
            </a:r>
          </a:p>
        </p:txBody>
      </p:sp>
      <p:sp>
        <p:nvSpPr>
          <p:cNvPr id="205" name="S205"/>
          <p:cNvSpPr/>
          <p:nvPr/>
        </p:nvSpPr>
        <p:spPr>
          <a:xfrm>
            <a:off x="762000" y="2349500"/>
            <a:ext cx="101600" cy="635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6" name="S206"/>
          <p:cNvSpPr/>
          <p:nvPr/>
        </p:nvSpPr>
        <p:spPr>
          <a:xfrm>
            <a:off x="863600" y="2349500"/>
            <a:ext cx="10566400" cy="63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7" name="S207"/>
          <p:cNvSpPr/>
          <p:nvPr/>
        </p:nvSpPr>
        <p:spPr>
          <a:xfrm>
            <a:off x="1079500" y="24765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b="1" dirty="0">
                <a:solidFill>
                  <a:srgbClr val="F4A261"/>
                </a:solidFill>
                <a:latin typeface="Consolas"/>
              </a:rPr>
              <a:t>dsps_wind_hamming_f32</a:t>
            </a:r>
          </a:p>
        </p:txBody>
      </p:sp>
      <p:sp>
        <p:nvSpPr>
          <p:cNvPr id="208" name="S208"/>
          <p:cNvSpPr/>
          <p:nvPr/>
        </p:nvSpPr>
        <p:spPr>
          <a:xfrm>
            <a:off x="4826000" y="24765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700" b="1" dirty="0">
                <a:solidFill>
                  <a:srgbClr val="1A2332"/>
                </a:solidFill>
              </a:rPr>
              <a:t>Hamming</a:t>
            </a:r>
          </a:p>
        </p:txBody>
      </p:sp>
      <p:sp>
        <p:nvSpPr>
          <p:cNvPr id="209" name="S209"/>
          <p:cNvSpPr/>
          <p:nvPr/>
        </p:nvSpPr>
        <p:spPr>
          <a:xfrm>
            <a:off x="6604000" y="2501900"/>
            <a:ext cx="4699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0.54 − 0.46·cos(2πn/N)</a:t>
            </a:r>
          </a:p>
        </p:txBody>
      </p:sp>
      <p:sp>
        <p:nvSpPr>
          <p:cNvPr id="210" name="S210"/>
          <p:cNvSpPr/>
          <p:nvPr/>
        </p:nvSpPr>
        <p:spPr>
          <a:xfrm>
            <a:off x="762000" y="3048000"/>
            <a:ext cx="101600" cy="635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1" name="S211"/>
          <p:cNvSpPr/>
          <p:nvPr/>
        </p:nvSpPr>
        <p:spPr>
          <a:xfrm>
            <a:off x="863600" y="3048000"/>
            <a:ext cx="10566400" cy="63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2" name="S212"/>
          <p:cNvSpPr/>
          <p:nvPr/>
        </p:nvSpPr>
        <p:spPr>
          <a:xfrm>
            <a:off x="1079500" y="31750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b="1" dirty="0">
                <a:solidFill>
                  <a:srgbClr val="2A9D8F"/>
                </a:solidFill>
                <a:latin typeface="Consolas"/>
              </a:rPr>
              <a:t>dsps_wind_blackman_f32</a:t>
            </a:r>
          </a:p>
        </p:txBody>
      </p:sp>
      <p:sp>
        <p:nvSpPr>
          <p:cNvPr id="213" name="S213"/>
          <p:cNvSpPr/>
          <p:nvPr/>
        </p:nvSpPr>
        <p:spPr>
          <a:xfrm>
            <a:off x="4826000" y="31750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700" b="1" dirty="0">
                <a:solidFill>
                  <a:srgbClr val="1A2332"/>
                </a:solidFill>
              </a:rPr>
              <a:t>Blackman</a:t>
            </a:r>
          </a:p>
        </p:txBody>
      </p:sp>
      <p:sp>
        <p:nvSpPr>
          <p:cNvPr id="214" name="S214"/>
          <p:cNvSpPr/>
          <p:nvPr/>
        </p:nvSpPr>
        <p:spPr>
          <a:xfrm>
            <a:off x="6604000" y="3200400"/>
            <a:ext cx="4699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0.42 − 0.5cos(2πn/N) + 0.08cos(4πn/N)</a:t>
            </a:r>
          </a:p>
        </p:txBody>
      </p:sp>
      <p:sp>
        <p:nvSpPr>
          <p:cNvPr id="215" name="S215"/>
          <p:cNvSpPr/>
          <p:nvPr/>
        </p:nvSpPr>
        <p:spPr>
          <a:xfrm>
            <a:off x="762000" y="3746500"/>
            <a:ext cx="101600" cy="6350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6" name="S216"/>
          <p:cNvSpPr/>
          <p:nvPr/>
        </p:nvSpPr>
        <p:spPr>
          <a:xfrm>
            <a:off x="863600" y="3746500"/>
            <a:ext cx="10566400" cy="63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7" name="S217"/>
          <p:cNvSpPr/>
          <p:nvPr/>
        </p:nvSpPr>
        <p:spPr>
          <a:xfrm>
            <a:off x="1079500" y="38735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b="1" dirty="0">
                <a:solidFill>
                  <a:srgbClr val="264653"/>
                </a:solidFill>
                <a:latin typeface="Consolas"/>
              </a:rPr>
              <a:t>dsps_wind_blackman_harris_f32</a:t>
            </a:r>
          </a:p>
        </p:txBody>
      </p:sp>
      <p:sp>
        <p:nvSpPr>
          <p:cNvPr id="218" name="S218"/>
          <p:cNvSpPr/>
          <p:nvPr/>
        </p:nvSpPr>
        <p:spPr>
          <a:xfrm>
            <a:off x="4826000" y="38735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700" b="1" dirty="0">
                <a:solidFill>
                  <a:srgbClr val="1A2332"/>
                </a:solidFill>
              </a:rPr>
              <a:t>Blackman-Harris</a:t>
            </a:r>
          </a:p>
        </p:txBody>
      </p:sp>
      <p:sp>
        <p:nvSpPr>
          <p:cNvPr id="219" name="S219"/>
          <p:cNvSpPr/>
          <p:nvPr/>
        </p:nvSpPr>
        <p:spPr>
          <a:xfrm>
            <a:off x="6604000" y="3898900"/>
            <a:ext cx="4699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4 termos cossenoidais</a:t>
            </a:r>
          </a:p>
        </p:txBody>
      </p:sp>
      <p:sp>
        <p:nvSpPr>
          <p:cNvPr id="220" name="S220"/>
          <p:cNvSpPr/>
          <p:nvPr/>
        </p:nvSpPr>
        <p:spPr>
          <a:xfrm>
            <a:off x="762000" y="4445000"/>
            <a:ext cx="101600" cy="6350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1" name="S221"/>
          <p:cNvSpPr/>
          <p:nvPr/>
        </p:nvSpPr>
        <p:spPr>
          <a:xfrm>
            <a:off x="863600" y="4445000"/>
            <a:ext cx="10566400" cy="63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2" name="S222"/>
          <p:cNvSpPr/>
          <p:nvPr/>
        </p:nvSpPr>
        <p:spPr>
          <a:xfrm>
            <a:off x="1079500" y="45720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b="1" dirty="0">
                <a:solidFill>
                  <a:srgbClr val="E9C46A"/>
                </a:solidFill>
                <a:latin typeface="Consolas"/>
              </a:rPr>
              <a:t>dsps_wind_nuttall_f32</a:t>
            </a:r>
          </a:p>
        </p:txBody>
      </p:sp>
      <p:sp>
        <p:nvSpPr>
          <p:cNvPr id="223" name="S223"/>
          <p:cNvSpPr/>
          <p:nvPr/>
        </p:nvSpPr>
        <p:spPr>
          <a:xfrm>
            <a:off x="4826000" y="45720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700" b="1" dirty="0">
                <a:solidFill>
                  <a:srgbClr val="1A2332"/>
                </a:solidFill>
              </a:rPr>
              <a:t>Nuttall</a:t>
            </a:r>
          </a:p>
        </p:txBody>
      </p:sp>
      <p:sp>
        <p:nvSpPr>
          <p:cNvPr id="224" name="S224"/>
          <p:cNvSpPr/>
          <p:nvPr/>
        </p:nvSpPr>
        <p:spPr>
          <a:xfrm>
            <a:off x="6604000" y="4597400"/>
            <a:ext cx="4699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4 termos otimizados (mín. side-lobe)</a:t>
            </a:r>
          </a:p>
        </p:txBody>
      </p:sp>
      <p:sp>
        <p:nvSpPr>
          <p:cNvPr id="225" name="S225"/>
          <p:cNvSpPr/>
          <p:nvPr/>
        </p:nvSpPr>
        <p:spPr>
          <a:xfrm>
            <a:off x="762000" y="5143500"/>
            <a:ext cx="101600" cy="6350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6" name="S226"/>
          <p:cNvSpPr/>
          <p:nvPr/>
        </p:nvSpPr>
        <p:spPr>
          <a:xfrm>
            <a:off x="863600" y="5143500"/>
            <a:ext cx="10566400" cy="635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7" name="S227"/>
          <p:cNvSpPr/>
          <p:nvPr/>
        </p:nvSpPr>
        <p:spPr>
          <a:xfrm>
            <a:off x="1079500" y="5270500"/>
            <a:ext cx="355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b="1" dirty="0">
                <a:solidFill>
                  <a:srgbClr val="6C757D"/>
                </a:solidFill>
                <a:latin typeface="Consolas"/>
              </a:rPr>
              <a:t>dsps_wind_flat_top_f32</a:t>
            </a:r>
          </a:p>
        </p:txBody>
      </p:sp>
      <p:sp>
        <p:nvSpPr>
          <p:cNvPr id="228" name="S228"/>
          <p:cNvSpPr/>
          <p:nvPr/>
        </p:nvSpPr>
        <p:spPr>
          <a:xfrm>
            <a:off x="4826000" y="52705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700" b="1" dirty="0">
                <a:solidFill>
                  <a:srgbClr val="1A2332"/>
                </a:solidFill>
              </a:rPr>
              <a:t>Flat-top</a:t>
            </a:r>
          </a:p>
        </p:txBody>
      </p:sp>
      <p:sp>
        <p:nvSpPr>
          <p:cNvPr id="229" name="S229"/>
          <p:cNvSpPr/>
          <p:nvPr/>
        </p:nvSpPr>
        <p:spPr>
          <a:xfrm>
            <a:off x="6604000" y="5295900"/>
            <a:ext cx="4699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5 termos — máxima precisão de amplitude</a:t>
            </a:r>
          </a:p>
        </p:txBody>
      </p:sp>
      <p:sp>
        <p:nvSpPr>
          <p:cNvPr id="400" name="S400"/>
          <p:cNvSpPr/>
          <p:nvPr/>
        </p:nvSpPr>
        <p:spPr>
          <a:xfrm>
            <a:off x="762000" y="5842000"/>
            <a:ext cx="10668000" cy="762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01" name="S401"/>
          <p:cNvSpPr/>
          <p:nvPr/>
        </p:nvSpPr>
        <p:spPr>
          <a:xfrm>
            <a:off x="952500" y="5969000"/>
            <a:ext cx="104775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dirty="0">
                <a:solidFill>
                  <a:srgbClr val="E5E5E0"/>
                </a:solidFill>
                <a:latin typeface="Consolas"/>
              </a:rPr>
              <a:t>float win[N];</a:t>
            </a:r>
          </a:p>
        </p:txBody>
      </p:sp>
      <p:sp>
        <p:nvSpPr>
          <p:cNvPr id="402" name="S402"/>
          <p:cNvSpPr/>
          <p:nvPr/>
        </p:nvSpPr>
        <p:spPr>
          <a:xfrm>
            <a:off x="952500" y="6248400"/>
            <a:ext cx="104775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dirty="0">
                <a:solidFill>
                  <a:srgbClr val="2A9D8F"/>
                </a:solidFill>
                <a:latin typeface="Consolas"/>
              </a:rPr>
              <a:t>dsps_wind_blackman_f32(win, N);   dsps_mul_f32(sig, win, sig, N, 1, 1, 1);</a:t>
            </a:r>
          </a:p>
        </p:txBody>
      </p:sp>
    </p:spTree>
    <p:extLst>
      <p:ext uri="{BB962C8B-B14F-4D97-AF65-F5344CB8AC3E}">
        <p14:creationId xmlns:p14="http://schemas.microsoft.com/office/powerpoint/2010/main" val="447725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10" name="S110"/>
          <p:cNvSpPr/>
          <p:nvPr/>
        </p:nvSpPr>
        <p:spPr>
          <a:xfrm>
            <a:off x="762000" y="762000"/>
            <a:ext cx="4064000" cy="4826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4000" b="1" dirty="0">
                <a:solidFill>
                  <a:srgbClr val="E63946"/>
                </a:solidFill>
              </a:rPr>
              <a:t>03</a:t>
            </a:r>
          </a:p>
        </p:txBody>
      </p:sp>
      <p:sp>
        <p:nvSpPr>
          <p:cNvPr id="120" name="S120"/>
          <p:cNvSpPr/>
          <p:nvPr/>
        </p:nvSpPr>
        <p:spPr>
          <a:xfrm>
            <a:off x="4826000" y="2540000"/>
            <a:ext cx="6858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8000" b="1" dirty="0">
                <a:solidFill>
                  <a:srgbClr val="FAFAF7"/>
                </a:solidFill>
              </a:rPr>
              <a:t>FIR</a:t>
            </a:r>
          </a:p>
        </p:txBody>
      </p:sp>
      <p:sp>
        <p:nvSpPr>
          <p:cNvPr id="121" name="S121"/>
          <p:cNvSpPr/>
          <p:nvPr/>
        </p:nvSpPr>
        <p:spPr>
          <a:xfrm>
            <a:off x="4826000" y="355600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800" dirty="0">
                <a:solidFill>
                  <a:srgbClr val="F4A261"/>
                </a:solidFill>
              </a:rPr>
              <a:t>Finite Impulse Response</a:t>
            </a:r>
          </a:p>
        </p:txBody>
      </p:sp>
      <p:sp>
        <p:nvSpPr>
          <p:cNvPr id="122" name="S122"/>
          <p:cNvSpPr/>
          <p:nvPr/>
        </p:nvSpPr>
        <p:spPr>
          <a:xfrm>
            <a:off x="4826000" y="4064000"/>
            <a:ext cx="6858000" cy="889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dirty="0">
                <a:solidFill>
                  <a:srgbClr val="E5E5E0"/>
                </a:solidFill>
              </a:rPr>
              <a:t>Estáveis, fase linear, acelerados</a:t>
            </a:r>
          </a:p>
          <a:p>
            <a:pPr algn="l">
              <a:buNone/>
            </a:pPr>
            <a:r>
              <a:rPr lang="pt-BR" sz="2000" dirty="0">
                <a:solidFill>
                  <a:srgbClr val="E5E5E0"/>
                </a:solidFill>
              </a:rPr>
              <a:t>via Xtensa SIMD no ESP32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5969000"/>
            <a:ext cx="10668000" cy="127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762000" y="6096000"/>
            <a:ext cx="685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b="1" dirty="0">
                <a:solidFill>
                  <a:srgbClr val="E9C46A"/>
                </a:solidFill>
                <a:latin typeface="Consolas"/>
              </a:rPr>
              <a:t>y[n] = Σ b[i]·x[n−i]</a:t>
            </a:r>
          </a:p>
        </p:txBody>
      </p:sp>
      <p:sp>
        <p:nvSpPr>
          <p:cNvPr id="202" name="S202"/>
          <p:cNvSpPr/>
          <p:nvPr/>
        </p:nvSpPr>
        <p:spPr>
          <a:xfrm>
            <a:off x="7620000" y="6096000"/>
            <a:ext cx="3810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pt-BR" sz="1500" dirty="0">
                <a:solidFill>
                  <a:srgbClr val="6C7A89"/>
                </a:solidFill>
              </a:rPr>
              <a:t>slides 11–14</a:t>
            </a:r>
          </a:p>
        </p:txBody>
      </p:sp>
    </p:spTree>
    <p:extLst>
      <p:ext uri="{BB962C8B-B14F-4D97-AF65-F5344CB8AC3E}">
        <p14:creationId xmlns:p14="http://schemas.microsoft.com/office/powerpoint/2010/main" val="1026975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400" b="1" dirty="0">
                <a:solidFill>
                  <a:srgbClr val="1A2332"/>
                </a:solidFill>
              </a:rPr>
              <a:t>FIR — estrutura tapped delay line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800" dirty="0">
                <a:solidFill>
                  <a:srgbClr val="6C757D"/>
                </a:solidFill>
              </a:rPr>
              <a:t>cada amostra atrasa por z⁻¹, multiplica por b[i] e soma</a:t>
            </a:r>
          </a:p>
        </p:txBody>
      </p:sp>
      <p:sp>
        <p:nvSpPr>
          <p:cNvPr id="200" name="S200"/>
          <p:cNvSpPr/>
          <p:nvPr/>
        </p:nvSpPr>
        <p:spPr>
          <a:xfrm>
            <a:off x="381000" y="2286000"/>
            <a:ext cx="762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E63946"/>
                </a:solidFill>
                <a:latin typeface="Consolas"/>
              </a:rPr>
              <a:t>x[n]</a:t>
            </a:r>
          </a:p>
        </p:txBody>
      </p:sp>
      <p:sp>
        <p:nvSpPr>
          <p:cNvPr id="210" name="S210"/>
          <p:cNvSpPr/>
          <p:nvPr/>
        </p:nvSpPr>
        <p:spPr>
          <a:xfrm>
            <a:off x="1905000" y="2222500"/>
            <a:ext cx="1143000" cy="6350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2000" b="1" dirty="0">
                <a:solidFill>
                  <a:srgbClr val="FAFAF7"/>
                </a:solidFill>
              </a:rPr>
              <a:t>z⁻¹</a:t>
            </a:r>
          </a:p>
        </p:txBody>
      </p:sp>
      <p:sp>
        <p:nvSpPr>
          <p:cNvPr id="220" name="S220"/>
          <p:cNvSpPr/>
          <p:nvPr/>
        </p:nvSpPr>
        <p:spPr>
          <a:xfrm>
            <a:off x="1270000" y="2540000"/>
            <a:ext cx="635000" cy="25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1" name="S211"/>
          <p:cNvSpPr/>
          <p:nvPr/>
        </p:nvSpPr>
        <p:spPr>
          <a:xfrm>
            <a:off x="3683000" y="2222500"/>
            <a:ext cx="1143000" cy="6350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2000" b="1" dirty="0">
                <a:solidFill>
                  <a:srgbClr val="FAFAF7"/>
                </a:solidFill>
              </a:rPr>
              <a:t>z⁻¹</a:t>
            </a:r>
          </a:p>
        </p:txBody>
      </p:sp>
      <p:sp>
        <p:nvSpPr>
          <p:cNvPr id="221" name="S221"/>
          <p:cNvSpPr/>
          <p:nvPr/>
        </p:nvSpPr>
        <p:spPr>
          <a:xfrm>
            <a:off x="3048000" y="2540000"/>
            <a:ext cx="635000" cy="25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2" name="S212"/>
          <p:cNvSpPr/>
          <p:nvPr/>
        </p:nvSpPr>
        <p:spPr>
          <a:xfrm>
            <a:off x="5461000" y="2222500"/>
            <a:ext cx="1143000" cy="6350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2000" b="1" dirty="0">
                <a:solidFill>
                  <a:srgbClr val="FAFAF7"/>
                </a:solidFill>
              </a:rPr>
              <a:t>z⁻¹</a:t>
            </a:r>
          </a:p>
        </p:txBody>
      </p:sp>
      <p:sp>
        <p:nvSpPr>
          <p:cNvPr id="222" name="S222"/>
          <p:cNvSpPr/>
          <p:nvPr/>
        </p:nvSpPr>
        <p:spPr>
          <a:xfrm>
            <a:off x="4826000" y="2540000"/>
            <a:ext cx="635000" cy="25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0" name="S230"/>
          <p:cNvSpPr/>
          <p:nvPr/>
        </p:nvSpPr>
        <p:spPr>
          <a:xfrm>
            <a:off x="6604000" y="2540000"/>
            <a:ext cx="635000" cy="25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0" name="S300"/>
          <p:cNvSpPr/>
          <p:nvPr/>
        </p:nvSpPr>
        <p:spPr>
          <a:xfrm>
            <a:off x="1257300" y="2857500"/>
            <a:ext cx="25400" cy="8255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0" name="S310"/>
          <p:cNvSpPr/>
          <p:nvPr/>
        </p:nvSpPr>
        <p:spPr>
          <a:xfrm>
            <a:off x="952500" y="3683000"/>
            <a:ext cx="635000" cy="635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3946"/>
            </a:solidFill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2400" b="1" dirty="0">
                <a:solidFill>
                  <a:srgbClr val="E63946"/>
                </a:solidFill>
              </a:rPr>
              <a:t>×</a:t>
            </a:r>
          </a:p>
        </p:txBody>
      </p:sp>
      <p:sp>
        <p:nvSpPr>
          <p:cNvPr id="320" name="S320"/>
          <p:cNvSpPr/>
          <p:nvPr/>
        </p:nvSpPr>
        <p:spPr>
          <a:xfrm>
            <a:off x="889000" y="4381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E63946"/>
                </a:solidFill>
                <a:latin typeface="Consolas"/>
              </a:rPr>
              <a:t>b₀</a:t>
            </a:r>
          </a:p>
        </p:txBody>
      </p:sp>
      <p:sp>
        <p:nvSpPr>
          <p:cNvPr id="301" name="S301"/>
          <p:cNvSpPr/>
          <p:nvPr/>
        </p:nvSpPr>
        <p:spPr>
          <a:xfrm>
            <a:off x="3352800" y="2857500"/>
            <a:ext cx="25400" cy="8255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1" name="S311"/>
          <p:cNvSpPr/>
          <p:nvPr/>
        </p:nvSpPr>
        <p:spPr>
          <a:xfrm>
            <a:off x="3048000" y="3683000"/>
            <a:ext cx="635000" cy="635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4A261"/>
            </a:solidFill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2400" b="1" dirty="0">
                <a:solidFill>
                  <a:srgbClr val="F4A261"/>
                </a:solidFill>
              </a:rPr>
              <a:t>×</a:t>
            </a:r>
          </a:p>
        </p:txBody>
      </p:sp>
      <p:sp>
        <p:nvSpPr>
          <p:cNvPr id="321" name="S321"/>
          <p:cNvSpPr/>
          <p:nvPr/>
        </p:nvSpPr>
        <p:spPr>
          <a:xfrm>
            <a:off x="2984500" y="4381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F4A261"/>
                </a:solidFill>
                <a:latin typeface="Consolas"/>
              </a:rPr>
              <a:t>b₁</a:t>
            </a:r>
          </a:p>
        </p:txBody>
      </p:sp>
      <p:sp>
        <p:nvSpPr>
          <p:cNvPr id="302" name="S302"/>
          <p:cNvSpPr/>
          <p:nvPr/>
        </p:nvSpPr>
        <p:spPr>
          <a:xfrm>
            <a:off x="5130800" y="2857500"/>
            <a:ext cx="25400" cy="8255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2" name="S312"/>
          <p:cNvSpPr/>
          <p:nvPr/>
        </p:nvSpPr>
        <p:spPr>
          <a:xfrm>
            <a:off x="4826000" y="3683000"/>
            <a:ext cx="635000" cy="635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A9D8F"/>
            </a:solidFill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2400" b="1" dirty="0">
                <a:solidFill>
                  <a:srgbClr val="2A9D8F"/>
                </a:solidFill>
              </a:rPr>
              <a:t>×</a:t>
            </a:r>
          </a:p>
        </p:txBody>
      </p:sp>
      <p:sp>
        <p:nvSpPr>
          <p:cNvPr id="322" name="S322"/>
          <p:cNvSpPr/>
          <p:nvPr/>
        </p:nvSpPr>
        <p:spPr>
          <a:xfrm>
            <a:off x="4762500" y="4381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A9D8F"/>
                </a:solidFill>
                <a:latin typeface="Consolas"/>
              </a:rPr>
              <a:t>b₂</a:t>
            </a:r>
          </a:p>
        </p:txBody>
      </p:sp>
      <p:sp>
        <p:nvSpPr>
          <p:cNvPr id="303" name="S303"/>
          <p:cNvSpPr/>
          <p:nvPr/>
        </p:nvSpPr>
        <p:spPr>
          <a:xfrm>
            <a:off x="6908800" y="2857500"/>
            <a:ext cx="25400" cy="8255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3" name="S313"/>
          <p:cNvSpPr/>
          <p:nvPr/>
        </p:nvSpPr>
        <p:spPr>
          <a:xfrm>
            <a:off x="6604000" y="3683000"/>
            <a:ext cx="635000" cy="6350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2400" b="1" dirty="0">
                <a:solidFill>
                  <a:srgbClr val="264653"/>
                </a:solidFill>
              </a:rPr>
              <a:t>×</a:t>
            </a:r>
          </a:p>
        </p:txBody>
      </p:sp>
      <p:sp>
        <p:nvSpPr>
          <p:cNvPr id="323" name="S323"/>
          <p:cNvSpPr/>
          <p:nvPr/>
        </p:nvSpPr>
        <p:spPr>
          <a:xfrm>
            <a:off x="6540500" y="4381500"/>
            <a:ext cx="762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  <a:latin typeface="Consolas"/>
              </a:rPr>
              <a:t>b₃</a:t>
            </a:r>
          </a:p>
        </p:txBody>
      </p:sp>
      <p:sp>
        <p:nvSpPr>
          <p:cNvPr id="400" name="S400"/>
          <p:cNvSpPr/>
          <p:nvPr/>
        </p:nvSpPr>
        <p:spPr>
          <a:xfrm>
            <a:off x="1270000" y="4953000"/>
            <a:ext cx="5651500" cy="25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10" name="S410"/>
          <p:cNvSpPr/>
          <p:nvPr/>
        </p:nvSpPr>
        <p:spPr>
          <a:xfrm>
            <a:off x="1257300" y="4318000"/>
            <a:ext cx="25400" cy="635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11" name="S411"/>
          <p:cNvSpPr/>
          <p:nvPr/>
        </p:nvSpPr>
        <p:spPr>
          <a:xfrm>
            <a:off x="3352800" y="4318000"/>
            <a:ext cx="25400" cy="635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12" name="S412"/>
          <p:cNvSpPr/>
          <p:nvPr/>
        </p:nvSpPr>
        <p:spPr>
          <a:xfrm>
            <a:off x="5130800" y="4318000"/>
            <a:ext cx="25400" cy="635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13" name="S413"/>
          <p:cNvSpPr/>
          <p:nvPr/>
        </p:nvSpPr>
        <p:spPr>
          <a:xfrm>
            <a:off x="6908800" y="4318000"/>
            <a:ext cx="25400" cy="635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0" name="S500"/>
          <p:cNvSpPr/>
          <p:nvPr/>
        </p:nvSpPr>
        <p:spPr>
          <a:xfrm>
            <a:off x="6921500" y="4940300"/>
            <a:ext cx="1016000" cy="25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7556500" y="4572000"/>
            <a:ext cx="762000" cy="762000"/>
          </a:xfrm>
          <a:prstGeom prst="ellipse">
            <a:avLst/>
          </a:prstGeom>
          <a:solidFill>
            <a:srgbClr val="1A2332"/>
          </a:solidFill>
          <a:ln w="25400">
            <a:solidFill>
              <a:srgbClr val="E63946"/>
            </a:solidFill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3200" b="1" dirty="0">
                <a:solidFill>
                  <a:srgbClr val="E9C46A"/>
                </a:solidFill>
              </a:rPr>
              <a:t>Σ</a:t>
            </a:r>
          </a:p>
        </p:txBody>
      </p:sp>
      <p:sp>
        <p:nvSpPr>
          <p:cNvPr id="510" name="S510"/>
          <p:cNvSpPr/>
          <p:nvPr/>
        </p:nvSpPr>
        <p:spPr>
          <a:xfrm>
            <a:off x="8509000" y="4762500"/>
            <a:ext cx="101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b="1" dirty="0">
                <a:solidFill>
                  <a:srgbClr val="2A9D8F"/>
                </a:solidFill>
                <a:latin typeface="Consolas"/>
              </a:rPr>
              <a:t>y[n]</a:t>
            </a:r>
          </a:p>
        </p:txBody>
      </p:sp>
      <p:sp>
        <p:nvSpPr>
          <p:cNvPr id="600" name="S600"/>
          <p:cNvSpPr/>
          <p:nvPr/>
        </p:nvSpPr>
        <p:spPr>
          <a:xfrm>
            <a:off x="762000" y="5842000"/>
            <a:ext cx="7620000" cy="76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1900" b="1" dirty="0">
                <a:solidFill>
                  <a:srgbClr val="1A2332"/>
                </a:solidFill>
                <a:latin typeface="Consolas"/>
              </a:rPr>
              <a:t>y[n] = b₀·x[n] + b₁·x[n−1] + b₂·x[n−2] + b₃·x[n−3]</a:t>
            </a:r>
          </a:p>
        </p:txBody>
      </p:sp>
      <p:sp>
        <p:nvSpPr>
          <p:cNvPr id="601" name="S601"/>
          <p:cNvSpPr/>
          <p:nvPr/>
        </p:nvSpPr>
        <p:spPr>
          <a:xfrm>
            <a:off x="8636000" y="5842000"/>
            <a:ext cx="2794000" cy="7620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1700" b="1" dirty="0">
                <a:solidFill>
                  <a:srgbClr val="FAFAF7"/>
                </a:solidFill>
              </a:rPr>
              <a:t>4 taps · 4 MACs</a:t>
            </a:r>
          </a:p>
        </p:txBody>
      </p:sp>
    </p:spTree>
    <p:extLst>
      <p:ext uri="{BB962C8B-B14F-4D97-AF65-F5344CB8AC3E}">
        <p14:creationId xmlns:p14="http://schemas.microsoft.com/office/powerpoint/2010/main" val="22850514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400" b="1" dirty="0">
                <a:solidFill>
                  <a:srgbClr val="1A2332"/>
                </a:solidFill>
              </a:rPr>
              <a:t>FIR no esp-dsp — 3 passos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800" dirty="0">
                <a:solidFill>
                  <a:srgbClr val="6C757D"/>
                </a:solidFill>
              </a:rPr>
              <a:t>init → tick por amostra (ou em bloco) → reaproveita coeficientes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635000" cy="63500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2400" b="1" dirty="0">
                <a:solidFill>
                  <a:srgbClr val="FAFAF7"/>
                </a:solidFill>
              </a:rPr>
              <a:t>1</a:t>
            </a:r>
          </a:p>
        </p:txBody>
      </p:sp>
      <p:sp>
        <p:nvSpPr>
          <p:cNvPr id="201" name="S201"/>
          <p:cNvSpPr/>
          <p:nvPr/>
        </p:nvSpPr>
        <p:spPr>
          <a:xfrm>
            <a:off x="1524000" y="1714500"/>
            <a:ext cx="2794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E63946"/>
                </a:solidFill>
              </a:rPr>
              <a:t>INIT</a:t>
            </a:r>
          </a:p>
        </p:txBody>
      </p:sp>
      <p:sp>
        <p:nvSpPr>
          <p:cNvPr id="202" name="S202"/>
          <p:cNvSpPr/>
          <p:nvPr/>
        </p:nvSpPr>
        <p:spPr>
          <a:xfrm>
            <a:off x="1524000" y="20066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</a:rPr>
              <a:t>alocar coeficientes e delay line</a:t>
            </a:r>
          </a:p>
        </p:txBody>
      </p:sp>
      <p:sp>
        <p:nvSpPr>
          <p:cNvPr id="203" name="S203"/>
          <p:cNvSpPr/>
          <p:nvPr/>
        </p:nvSpPr>
        <p:spPr>
          <a:xfrm>
            <a:off x="4318000" y="1651000"/>
            <a:ext cx="635000" cy="6350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2400" b="1" dirty="0">
                <a:solidFill>
                  <a:srgbClr val="FAFAF7"/>
                </a:solidFill>
              </a:rPr>
              <a:t>2</a:t>
            </a:r>
          </a:p>
        </p:txBody>
      </p:sp>
      <p:sp>
        <p:nvSpPr>
          <p:cNvPr id="204" name="S204"/>
          <p:cNvSpPr/>
          <p:nvPr/>
        </p:nvSpPr>
        <p:spPr>
          <a:xfrm>
            <a:off x="5080000" y="1714500"/>
            <a:ext cx="2794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F4A261"/>
                </a:solidFill>
              </a:rPr>
              <a:t>FILTER</a:t>
            </a:r>
          </a:p>
        </p:txBody>
      </p:sp>
      <p:sp>
        <p:nvSpPr>
          <p:cNvPr id="205" name="S205"/>
          <p:cNvSpPr/>
          <p:nvPr/>
        </p:nvSpPr>
        <p:spPr>
          <a:xfrm>
            <a:off x="5080000" y="20066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</a:rPr>
              <a:t>processar bloco de N amostras</a:t>
            </a:r>
          </a:p>
        </p:txBody>
      </p:sp>
      <p:sp>
        <p:nvSpPr>
          <p:cNvPr id="206" name="S206"/>
          <p:cNvSpPr/>
          <p:nvPr/>
        </p:nvSpPr>
        <p:spPr>
          <a:xfrm>
            <a:off x="7874000" y="1651000"/>
            <a:ext cx="635000" cy="6350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pt-BR" sz="2400" b="1" dirty="0">
                <a:solidFill>
                  <a:srgbClr val="FAFAF7"/>
                </a:solidFill>
              </a:rPr>
              <a:t>3</a:t>
            </a:r>
          </a:p>
        </p:txBody>
      </p:sp>
      <p:sp>
        <p:nvSpPr>
          <p:cNvPr id="207" name="S207"/>
          <p:cNvSpPr/>
          <p:nvPr/>
        </p:nvSpPr>
        <p:spPr>
          <a:xfrm>
            <a:off x="8636000" y="1714500"/>
            <a:ext cx="2794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2A9D8F"/>
                </a:solidFill>
              </a:rPr>
              <a:t>REUSE</a:t>
            </a:r>
          </a:p>
        </p:txBody>
      </p:sp>
      <p:sp>
        <p:nvSpPr>
          <p:cNvPr id="208" name="S208"/>
          <p:cNvSpPr/>
          <p:nvPr/>
        </p:nvSpPr>
        <p:spPr>
          <a:xfrm>
            <a:off x="8636000" y="2006600"/>
            <a:ext cx="2794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</a:rPr>
              <a:t>chamar repetidamente em loop</a:t>
            </a:r>
          </a:p>
        </p:txBody>
      </p:sp>
      <p:sp>
        <p:nvSpPr>
          <p:cNvPr id="300" name="S300"/>
          <p:cNvSpPr/>
          <p:nvPr/>
        </p:nvSpPr>
        <p:spPr>
          <a:xfrm>
            <a:off x="762000" y="2540000"/>
            <a:ext cx="10668000" cy="3556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1" name="S301"/>
          <p:cNvSpPr/>
          <p:nvPr/>
        </p:nvSpPr>
        <p:spPr>
          <a:xfrm>
            <a:off x="952500" y="2667000"/>
            <a:ext cx="104775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b="1" dirty="0">
                <a:solidFill>
                  <a:srgbClr val="6C7A89"/>
                </a:solidFill>
                <a:latin typeface="Consolas"/>
              </a:rPr>
              <a:t>fir_lowpass.c</a:t>
            </a:r>
          </a:p>
        </p:txBody>
      </p:sp>
      <p:sp>
        <p:nvSpPr>
          <p:cNvPr id="302" name="S302"/>
          <p:cNvSpPr/>
          <p:nvPr/>
        </p:nvSpPr>
        <p:spPr>
          <a:xfrm>
            <a:off x="952500" y="2971800"/>
            <a:ext cx="10477500" cy="12700"/>
          </a:xfrm>
          <a:prstGeom prst="rect">
            <a:avLst/>
          </a:prstGeom>
          <a:solidFill>
            <a:srgbClr val="3A4A5C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4" name="S554"/>
          <p:cNvSpPr/>
          <p:nvPr/>
        </p:nvSpPr>
        <p:spPr>
          <a:xfrm>
            <a:off x="1143000" y="309880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  <a:latin typeface="Consolas"/>
              </a:rPr>
              <a:t>#include "esp_dsp.h"</a:t>
            </a:r>
          </a:p>
        </p:txBody>
      </p:sp>
      <p:sp>
        <p:nvSpPr>
          <p:cNvPr id="580" name="S580"/>
          <p:cNvSpPr/>
          <p:nvPr/>
        </p:nvSpPr>
        <p:spPr>
          <a:xfrm>
            <a:off x="1143000" y="342900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F4A261"/>
                </a:solidFill>
                <a:latin typeface="Consolas"/>
              </a:rPr>
              <a:t>#define TAPS 32</a:t>
            </a:r>
          </a:p>
        </p:txBody>
      </p:sp>
      <p:sp>
        <p:nvSpPr>
          <p:cNvPr id="597" name="S597"/>
          <p:cNvSpPr/>
          <p:nvPr/>
        </p:nvSpPr>
        <p:spPr>
          <a:xfrm>
            <a:off x="1143000" y="364490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static float coeffs[TAPS];   // coef. do filtro</a:t>
            </a:r>
          </a:p>
        </p:txBody>
      </p:sp>
      <p:sp>
        <p:nvSpPr>
          <p:cNvPr id="614" name="S614"/>
          <p:cNvSpPr/>
          <p:nvPr/>
        </p:nvSpPr>
        <p:spPr>
          <a:xfrm>
            <a:off x="1143000" y="386080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static float delay[TAPS];    // estado interno</a:t>
            </a:r>
          </a:p>
        </p:txBody>
      </p:sp>
      <p:sp>
        <p:nvSpPr>
          <p:cNvPr id="631" name="S631"/>
          <p:cNvSpPr/>
          <p:nvPr/>
        </p:nvSpPr>
        <p:spPr>
          <a:xfrm>
            <a:off x="1143000" y="407670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static fir_f32_t fir;</a:t>
            </a:r>
          </a:p>
        </p:txBody>
      </p:sp>
      <p:sp>
        <p:nvSpPr>
          <p:cNvPr id="657" name="S657"/>
          <p:cNvSpPr/>
          <p:nvPr/>
        </p:nvSpPr>
        <p:spPr>
          <a:xfrm>
            <a:off x="1143000" y="440690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A9D8F"/>
                </a:solidFill>
                <a:latin typeface="Consolas"/>
              </a:rPr>
              <a:t>void filter_init(void) {</a:t>
            </a:r>
          </a:p>
        </p:txBody>
      </p:sp>
      <p:sp>
        <p:nvSpPr>
          <p:cNvPr id="674" name="S674"/>
          <p:cNvSpPr/>
          <p:nvPr/>
        </p:nvSpPr>
        <p:spPr>
          <a:xfrm>
            <a:off x="1143000" y="462280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    dsps_fir_init_f32(&amp;fir, coeffs, delay, TAPS);   // 1️⃣  INIT</a:t>
            </a:r>
          </a:p>
        </p:txBody>
      </p:sp>
      <p:sp>
        <p:nvSpPr>
          <p:cNvPr id="691" name="S691"/>
          <p:cNvSpPr/>
          <p:nvPr/>
        </p:nvSpPr>
        <p:spPr>
          <a:xfrm>
            <a:off x="1143000" y="483870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A9D8F"/>
                </a:solidFill>
                <a:latin typeface="Consolas"/>
              </a:rPr>
              <a:t>}</a:t>
            </a:r>
          </a:p>
        </p:txBody>
      </p:sp>
      <p:sp>
        <p:nvSpPr>
          <p:cNvPr id="717" name="S717"/>
          <p:cNvSpPr/>
          <p:nvPr/>
        </p:nvSpPr>
        <p:spPr>
          <a:xfrm>
            <a:off x="1143000" y="516890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A9D8F"/>
                </a:solidFill>
                <a:latin typeface="Consolas"/>
              </a:rPr>
              <a:t>void filter_block(float *in, float *out, int N) {</a:t>
            </a:r>
          </a:p>
        </p:txBody>
      </p:sp>
      <p:sp>
        <p:nvSpPr>
          <p:cNvPr id="734" name="S734"/>
          <p:cNvSpPr/>
          <p:nvPr/>
        </p:nvSpPr>
        <p:spPr>
          <a:xfrm>
            <a:off x="1143000" y="538480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    dsps_fir_f32(&amp;fir, in, out, N);                 // 2️⃣  FILTER</a:t>
            </a:r>
          </a:p>
        </p:txBody>
      </p:sp>
      <p:sp>
        <p:nvSpPr>
          <p:cNvPr id="751" name="S751"/>
          <p:cNvSpPr/>
          <p:nvPr/>
        </p:nvSpPr>
        <p:spPr>
          <a:xfrm>
            <a:off x="1143000" y="560070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A9D8F"/>
                </a:solidFill>
                <a:latin typeface="Consolas"/>
              </a:rPr>
              <a:t>}</a:t>
            </a:r>
          </a:p>
        </p:txBody>
      </p:sp>
      <p:sp>
        <p:nvSpPr>
          <p:cNvPr id="500" name="S500"/>
          <p:cNvSpPr/>
          <p:nvPr/>
        </p:nvSpPr>
        <p:spPr>
          <a:xfrm>
            <a:off x="762000" y="62865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E63946"/>
                </a:solidFill>
              </a:rPr>
              <a:t>⚙  No ESP32 com PSRAM, prefira dsps_fir_f32_ae32 — versão SIMD chega a 4× mais rápido</a:t>
            </a:r>
          </a:p>
        </p:txBody>
      </p:sp>
    </p:spTree>
    <p:extLst>
      <p:ext uri="{BB962C8B-B14F-4D97-AF65-F5344CB8AC3E}">
        <p14:creationId xmlns:p14="http://schemas.microsoft.com/office/powerpoint/2010/main" val="622287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400" b="1" dirty="0">
                <a:solidFill>
                  <a:srgbClr val="1A2332"/>
                </a:solidFill>
              </a:rPr>
              <a:t>FIR low-pass — antes / depois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sinal: senoide 50 Hz + ruído branco · filtro: 32 taps Hamming · fc = 100 Hz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355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18415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E63946"/>
                </a:solidFill>
              </a:rPr>
              <a:t>x[n]  • entrada ruidosa</a:t>
            </a:r>
          </a:p>
        </p:txBody>
      </p:sp>
      <p:sp>
        <p:nvSpPr>
          <p:cNvPr id="202" name="S202"/>
          <p:cNvSpPr/>
          <p:nvPr/>
        </p:nvSpPr>
        <p:spPr>
          <a:xfrm>
            <a:off x="952500" y="2222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senoide 50 Hz + ruído branco gaussiano</a:t>
            </a:r>
          </a:p>
        </p:txBody>
      </p:sp>
      <p:sp>
        <p:nvSpPr>
          <p:cNvPr id="420" name="S420"/>
          <p:cNvSpPr/>
          <p:nvPr/>
        </p:nvSpPr>
        <p:spPr>
          <a:xfrm>
            <a:off x="952500" y="2667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E63946"/>
                </a:solidFill>
                <a:latin typeface="Consolas"/>
              </a:rPr>
              <a:t>  ▆ ▃ █ ▆ ▂ ▇ █ ▄ ▇ ▃ ▆ █ ▅ ▂ █ ▇ ▄</a:t>
            </a:r>
          </a:p>
        </p:txBody>
      </p:sp>
      <p:sp>
        <p:nvSpPr>
          <p:cNvPr id="442" name="S442"/>
          <p:cNvSpPr/>
          <p:nvPr/>
        </p:nvSpPr>
        <p:spPr>
          <a:xfrm>
            <a:off x="952500" y="29464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E63946"/>
                </a:solidFill>
                <a:latin typeface="Consolas"/>
              </a:rPr>
              <a:t>▃█ █▆█▃█ █▅█ █▇▃ █▄▇█ ▃█▆ █▆▅█▇ ▃▆▅</a:t>
            </a:r>
          </a:p>
        </p:txBody>
      </p:sp>
      <p:sp>
        <p:nvSpPr>
          <p:cNvPr id="464" name="S464"/>
          <p:cNvSpPr/>
          <p:nvPr/>
        </p:nvSpPr>
        <p:spPr>
          <a:xfrm>
            <a:off x="952500" y="32258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E63946"/>
                </a:solidFill>
                <a:latin typeface="Consolas"/>
              </a:rPr>
              <a:t>█ ▆ ▂ ▇ █ ▅ ▆ ▃ █ ▆ ▂ ▇ █ ▅ ▃ ▆ █ ▄</a:t>
            </a:r>
          </a:p>
        </p:txBody>
      </p:sp>
      <p:sp>
        <p:nvSpPr>
          <p:cNvPr id="486" name="S486"/>
          <p:cNvSpPr/>
          <p:nvPr/>
        </p:nvSpPr>
        <p:spPr>
          <a:xfrm>
            <a:off x="952500" y="35052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E63946"/>
                </a:solidFill>
                <a:latin typeface="Consolas"/>
              </a:rPr>
              <a:t>▔▔▔▔▔▔▔▔▔▔▔▔▔▔▔▔▔▔▔▔▔▔▔▔▔▔▔▔▔▔▔▔▔▔</a:t>
            </a:r>
          </a:p>
        </p:txBody>
      </p:sp>
      <p:sp>
        <p:nvSpPr>
          <p:cNvPr id="508" name="S508"/>
          <p:cNvSpPr/>
          <p:nvPr/>
        </p:nvSpPr>
        <p:spPr>
          <a:xfrm>
            <a:off x="952500" y="37846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E63946"/>
                </a:solidFill>
                <a:latin typeface="Consolas"/>
              </a:rPr>
              <a:t>  ▂ ▆ ▄ ▇ ▃ ▆ ▅ ▇ ▂ ▆ ▄ ▃ ▇ ▅ ▆ ▂ ▆</a:t>
            </a:r>
          </a:p>
        </p:txBody>
      </p:sp>
      <p:sp>
        <p:nvSpPr>
          <p:cNvPr id="530" name="S530"/>
          <p:cNvSpPr/>
          <p:nvPr/>
        </p:nvSpPr>
        <p:spPr>
          <a:xfrm>
            <a:off x="952500" y="4064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E63946"/>
                </a:solidFill>
                <a:latin typeface="Consolas"/>
              </a:rPr>
              <a:t>▅ ▇▂▆▄▇▅█ ▂▇▄▆▃▅█ ▆▇▂▄▅▇▃▆▂▇▄▅█ ▂▆</a:t>
            </a:r>
          </a:p>
        </p:txBody>
      </p:sp>
      <p:sp>
        <p:nvSpPr>
          <p:cNvPr id="290" name="S290"/>
          <p:cNvSpPr/>
          <p:nvPr/>
        </p:nvSpPr>
        <p:spPr>
          <a:xfrm>
            <a:off x="952500" y="46990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σ_ruído = 0.45 · SNR ≈ +3.2 dB</a:t>
            </a:r>
          </a:p>
        </p:txBody>
      </p:sp>
      <p:sp>
        <p:nvSpPr>
          <p:cNvPr id="500" name="S500"/>
          <p:cNvSpPr/>
          <p:nvPr/>
        </p:nvSpPr>
        <p:spPr>
          <a:xfrm>
            <a:off x="6223000" y="1651000"/>
            <a:ext cx="5207000" cy="355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6413500" y="18415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A9D8F"/>
                </a:solidFill>
              </a:rPr>
              <a:t>y[n]  • saída filtrada</a:t>
            </a:r>
          </a:p>
        </p:txBody>
      </p:sp>
      <p:sp>
        <p:nvSpPr>
          <p:cNvPr id="502" name="S502"/>
          <p:cNvSpPr/>
          <p:nvPr/>
        </p:nvSpPr>
        <p:spPr>
          <a:xfrm>
            <a:off x="6413500" y="2222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após dsps_fir_f32 (32 taps, fc=100 Hz)</a:t>
            </a:r>
          </a:p>
        </p:txBody>
      </p:sp>
      <p:sp>
        <p:nvSpPr>
          <p:cNvPr id="720" name="S720"/>
          <p:cNvSpPr/>
          <p:nvPr/>
        </p:nvSpPr>
        <p:spPr>
          <a:xfrm>
            <a:off x="6413500" y="2667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A9D8F"/>
                </a:solidFill>
                <a:latin typeface="Consolas"/>
              </a:rPr>
              <a:t>      ▂▄▆▇█▇▆▄▂                  </a:t>
            </a:r>
          </a:p>
        </p:txBody>
      </p:sp>
      <p:sp>
        <p:nvSpPr>
          <p:cNvPr id="742" name="S742"/>
          <p:cNvSpPr/>
          <p:nvPr/>
        </p:nvSpPr>
        <p:spPr>
          <a:xfrm>
            <a:off x="6413500" y="29464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A9D8F"/>
                </a:solidFill>
                <a:latin typeface="Consolas"/>
              </a:rPr>
              <a:t>    ▂▄▆            ▆▄▂           </a:t>
            </a:r>
          </a:p>
        </p:txBody>
      </p:sp>
      <p:sp>
        <p:nvSpPr>
          <p:cNvPr id="764" name="S764"/>
          <p:cNvSpPr/>
          <p:nvPr/>
        </p:nvSpPr>
        <p:spPr>
          <a:xfrm>
            <a:off x="6413500" y="32258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A9D8F"/>
                </a:solidFill>
                <a:latin typeface="Consolas"/>
              </a:rPr>
              <a:t>  ▂▄                    ▄▂       </a:t>
            </a:r>
          </a:p>
        </p:txBody>
      </p:sp>
      <p:sp>
        <p:nvSpPr>
          <p:cNvPr id="786" name="S786"/>
          <p:cNvSpPr/>
          <p:nvPr/>
        </p:nvSpPr>
        <p:spPr>
          <a:xfrm>
            <a:off x="6413500" y="35052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A9D8F"/>
                </a:solidFill>
                <a:latin typeface="Consolas"/>
              </a:rPr>
              <a:t>▔▔▔▔▔▔▔▔▔▔▔▔▔▔▔▔▔▔▔▔▔▔▔▔▔▔▔▔▔▔▔▔▔▔</a:t>
            </a:r>
          </a:p>
        </p:txBody>
      </p:sp>
      <p:sp>
        <p:nvSpPr>
          <p:cNvPr id="808" name="S808"/>
          <p:cNvSpPr/>
          <p:nvPr/>
        </p:nvSpPr>
        <p:spPr>
          <a:xfrm>
            <a:off x="6413500" y="37846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A9D8F"/>
                </a:solidFill>
                <a:latin typeface="Consolas"/>
              </a:rPr>
              <a:t>                          ▂▄     </a:t>
            </a:r>
          </a:p>
        </p:txBody>
      </p:sp>
      <p:sp>
        <p:nvSpPr>
          <p:cNvPr id="830" name="S830"/>
          <p:cNvSpPr/>
          <p:nvPr/>
        </p:nvSpPr>
        <p:spPr>
          <a:xfrm>
            <a:off x="6413500" y="4064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A9D8F"/>
                </a:solidFill>
                <a:latin typeface="Consolas"/>
              </a:rPr>
              <a:t>                        ▄▆       </a:t>
            </a:r>
          </a:p>
        </p:txBody>
      </p:sp>
      <p:sp>
        <p:nvSpPr>
          <p:cNvPr id="852" name="S852"/>
          <p:cNvSpPr/>
          <p:nvPr/>
        </p:nvSpPr>
        <p:spPr>
          <a:xfrm>
            <a:off x="6413500" y="43434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A9D8F"/>
                </a:solidFill>
                <a:latin typeface="Consolas"/>
              </a:rPr>
              <a:t>                      ▆▇█▇▆      </a:t>
            </a:r>
          </a:p>
        </p:txBody>
      </p:sp>
      <p:sp>
        <p:nvSpPr>
          <p:cNvPr id="590" name="S590"/>
          <p:cNvSpPr/>
          <p:nvPr/>
        </p:nvSpPr>
        <p:spPr>
          <a:xfrm>
            <a:off x="6413500" y="46990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σ_ruído = 0.04 · SNR ≈ +24.7 dB</a:t>
            </a:r>
          </a:p>
        </p:txBody>
      </p:sp>
      <p:sp>
        <p:nvSpPr>
          <p:cNvPr id="1100" name="S1100"/>
          <p:cNvSpPr/>
          <p:nvPr/>
        </p:nvSpPr>
        <p:spPr>
          <a:xfrm>
            <a:off x="5969000" y="3048000"/>
            <a:ext cx="304800" cy="762000"/>
          </a:xfrm>
          <a:prstGeom prst="rightArrow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00" name="S1200"/>
          <p:cNvSpPr/>
          <p:nvPr/>
        </p:nvSpPr>
        <p:spPr>
          <a:xfrm>
            <a:off x="762000" y="5588000"/>
            <a:ext cx="10668000" cy="1016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201" name="S1201"/>
          <p:cNvSpPr/>
          <p:nvPr/>
        </p:nvSpPr>
        <p:spPr>
          <a:xfrm>
            <a:off x="1016000" y="5778500"/>
            <a:ext cx="3175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6C7A89"/>
                </a:solidFill>
              </a:rPr>
              <a:t>SNR antes</a:t>
            </a:r>
          </a:p>
          <a:p>
            <a:pPr algn="l">
              <a:buNone/>
            </a:pPr>
            <a:r>
              <a:rPr lang="pt-BR" sz="2400" b="1" dirty="0">
                <a:solidFill>
                  <a:srgbClr val="E63946"/>
                </a:solidFill>
                <a:latin typeface="Consolas"/>
              </a:rPr>
              <a:t>+3.2 dB</a:t>
            </a:r>
          </a:p>
        </p:txBody>
      </p:sp>
      <p:sp>
        <p:nvSpPr>
          <p:cNvPr id="1202" name="S1202"/>
          <p:cNvSpPr/>
          <p:nvPr/>
        </p:nvSpPr>
        <p:spPr>
          <a:xfrm>
            <a:off x="4826000" y="5842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3200" b="1" dirty="0">
                <a:solidFill>
                  <a:srgbClr val="F4A261"/>
                </a:solidFill>
              </a:rPr>
              <a:t>→</a:t>
            </a:r>
          </a:p>
        </p:txBody>
      </p:sp>
      <p:sp>
        <p:nvSpPr>
          <p:cNvPr id="1203" name="S1203"/>
          <p:cNvSpPr/>
          <p:nvPr/>
        </p:nvSpPr>
        <p:spPr>
          <a:xfrm>
            <a:off x="7366000" y="5778500"/>
            <a:ext cx="3175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6C7A89"/>
                </a:solidFill>
              </a:rPr>
              <a:t>SNR depois</a:t>
            </a:r>
          </a:p>
          <a:p>
            <a:pPr algn="l">
              <a:buNone/>
            </a:pPr>
            <a:r>
              <a:rPr lang="pt-BR" sz="2400" b="1" dirty="0">
                <a:solidFill>
                  <a:srgbClr val="2A9D8F"/>
                </a:solidFill>
                <a:latin typeface="Consolas"/>
              </a:rPr>
              <a:t>+24.7 dB</a:t>
            </a:r>
          </a:p>
        </p:txBody>
      </p:sp>
    </p:spTree>
    <p:extLst>
      <p:ext uri="{BB962C8B-B14F-4D97-AF65-F5344CB8AC3E}">
        <p14:creationId xmlns:p14="http://schemas.microsoft.com/office/powerpoint/2010/main" val="985280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400" b="1" dirty="0">
                <a:solidFill>
                  <a:srgbClr val="1A2332"/>
                </a:solidFill>
              </a:rPr>
              <a:t>Projetando coeficientes FIR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método janelado: sinc ideal × janela = resposta finita realizável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762000" cy="76200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1" name="S201"/>
          <p:cNvSpPr/>
          <p:nvPr/>
        </p:nvSpPr>
        <p:spPr>
          <a:xfrm>
            <a:off x="1651000" y="1714500"/>
            <a:ext cx="9779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b="1" dirty="0">
                <a:solidFill>
                  <a:srgbClr val="1A2332"/>
                </a:solidFill>
              </a:rPr>
              <a:t>Resposta ideal (sinc)</a:t>
            </a:r>
          </a:p>
        </p:txBody>
      </p:sp>
      <p:sp>
        <p:nvSpPr>
          <p:cNvPr id="202" name="S202"/>
          <p:cNvSpPr/>
          <p:nvPr/>
        </p:nvSpPr>
        <p:spPr>
          <a:xfrm>
            <a:off x="1651000" y="2082800"/>
            <a:ext cx="9779000" cy="317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h_ideal[n] = 2·fc · sinc(2·fc·(n − M/2))</a:t>
            </a:r>
          </a:p>
        </p:txBody>
      </p:sp>
      <p:sp>
        <p:nvSpPr>
          <p:cNvPr id="2" name="S200"/>
          <p:cNvSpPr/>
          <p:nvPr/>
        </p:nvSpPr>
        <p:spPr>
          <a:xfrm>
            <a:off x="762000" y="2603500"/>
            <a:ext cx="762000" cy="7620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" name="S201"/>
          <p:cNvSpPr/>
          <p:nvPr/>
        </p:nvSpPr>
        <p:spPr>
          <a:xfrm>
            <a:off x="1651000" y="2667000"/>
            <a:ext cx="9779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b="1" dirty="0">
                <a:solidFill>
                  <a:srgbClr val="1A2332"/>
                </a:solidFill>
              </a:rPr>
              <a:t>Aplicar janela</a:t>
            </a:r>
          </a:p>
        </p:txBody>
      </p:sp>
      <p:sp>
        <p:nvSpPr>
          <p:cNvPr id="4" name="S202"/>
          <p:cNvSpPr/>
          <p:nvPr/>
        </p:nvSpPr>
        <p:spPr>
          <a:xfrm>
            <a:off x="1651000" y="3035300"/>
            <a:ext cx="9779000" cy="317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h[n] = h_ideal[n] · w[n]    (Hamming, Blackman…)</a:t>
            </a:r>
          </a:p>
        </p:txBody>
      </p:sp>
      <p:sp>
        <p:nvSpPr>
          <p:cNvPr id="5" name="S200"/>
          <p:cNvSpPr/>
          <p:nvPr/>
        </p:nvSpPr>
        <p:spPr>
          <a:xfrm>
            <a:off x="762000" y="3556000"/>
            <a:ext cx="762000" cy="7620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" name="S201"/>
          <p:cNvSpPr/>
          <p:nvPr/>
        </p:nvSpPr>
        <p:spPr>
          <a:xfrm>
            <a:off x="1651000" y="3619500"/>
            <a:ext cx="9779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b="1" dirty="0">
                <a:solidFill>
                  <a:srgbClr val="1A2332"/>
                </a:solidFill>
              </a:rPr>
              <a:t>Normalizar ganho DC</a:t>
            </a:r>
          </a:p>
        </p:txBody>
      </p:sp>
      <p:sp>
        <p:nvSpPr>
          <p:cNvPr id="7" name="S202"/>
          <p:cNvSpPr/>
          <p:nvPr/>
        </p:nvSpPr>
        <p:spPr>
          <a:xfrm>
            <a:off x="1651000" y="3987800"/>
            <a:ext cx="9779000" cy="317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Σ h[n] = 1   →   ganho 0 dB em DC</a:t>
            </a:r>
          </a:p>
        </p:txBody>
      </p:sp>
      <p:sp>
        <p:nvSpPr>
          <p:cNvPr id="400" name="S400"/>
          <p:cNvSpPr/>
          <p:nvPr/>
        </p:nvSpPr>
        <p:spPr>
          <a:xfrm>
            <a:off x="762000" y="4635500"/>
            <a:ext cx="5207000" cy="19685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01" name="S401"/>
          <p:cNvSpPr/>
          <p:nvPr/>
        </p:nvSpPr>
        <p:spPr>
          <a:xfrm>
            <a:off x="952500" y="4762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b="1" dirty="0">
                <a:solidFill>
                  <a:srgbClr val="E5E5E0"/>
                </a:solidFill>
                <a:latin typeface="Consolas"/>
              </a:rPr>
              <a:t>design.py — gera coeffs.h</a:t>
            </a:r>
          </a:p>
        </p:txBody>
      </p:sp>
      <p:sp>
        <p:nvSpPr>
          <p:cNvPr id="810" name="S810"/>
          <p:cNvSpPr/>
          <p:nvPr/>
        </p:nvSpPr>
        <p:spPr>
          <a:xfrm>
            <a:off x="952500" y="50800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from scipy.signal import firwin</a:t>
            </a:r>
          </a:p>
        </p:txBody>
      </p:sp>
      <p:sp>
        <p:nvSpPr>
          <p:cNvPr id="832" name="S832"/>
          <p:cNvSpPr/>
          <p:nvPr/>
        </p:nvSpPr>
        <p:spPr>
          <a:xfrm>
            <a:off x="952500" y="53594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taps = firwin(32, cutoff=100,</a:t>
            </a:r>
          </a:p>
        </p:txBody>
      </p:sp>
      <p:sp>
        <p:nvSpPr>
          <p:cNvPr id="854" name="S854"/>
          <p:cNvSpPr/>
          <p:nvPr/>
        </p:nvSpPr>
        <p:spPr>
          <a:xfrm>
            <a:off x="952500" y="56388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            fs=8000,</a:t>
            </a:r>
          </a:p>
        </p:txBody>
      </p:sp>
      <p:sp>
        <p:nvSpPr>
          <p:cNvPr id="876" name="S876"/>
          <p:cNvSpPr/>
          <p:nvPr/>
        </p:nvSpPr>
        <p:spPr>
          <a:xfrm>
            <a:off x="952500" y="59182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            window='hamming')</a:t>
            </a:r>
          </a:p>
        </p:txBody>
      </p:sp>
      <p:sp>
        <p:nvSpPr>
          <p:cNvPr id="898" name="S898"/>
          <p:cNvSpPr/>
          <p:nvPr/>
        </p:nvSpPr>
        <p:spPr>
          <a:xfrm>
            <a:off x="952500" y="61976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# salva taps em coeffs.h</a:t>
            </a:r>
          </a:p>
        </p:txBody>
      </p:sp>
      <p:sp>
        <p:nvSpPr>
          <p:cNvPr id="600" name="S600"/>
          <p:cNvSpPr/>
          <p:nvPr/>
        </p:nvSpPr>
        <p:spPr>
          <a:xfrm>
            <a:off x="6223000" y="4635500"/>
            <a:ext cx="5207000" cy="19685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1" name="S601"/>
          <p:cNvSpPr/>
          <p:nvPr/>
        </p:nvSpPr>
        <p:spPr>
          <a:xfrm>
            <a:off x="6413500" y="4762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300" b="1" dirty="0">
                <a:solidFill>
                  <a:srgbClr val="E5E5E0"/>
                </a:solidFill>
                <a:latin typeface="Consolas"/>
              </a:rPr>
              <a:t>main.c — usa coeffs.h na ESP32</a:t>
            </a:r>
          </a:p>
        </p:txBody>
      </p:sp>
      <p:sp>
        <p:nvSpPr>
          <p:cNvPr id="1010" name="S1010"/>
          <p:cNvSpPr/>
          <p:nvPr/>
        </p:nvSpPr>
        <p:spPr>
          <a:xfrm>
            <a:off x="6413500" y="50800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#include "coeffs.h"</a:t>
            </a:r>
          </a:p>
        </p:txBody>
      </p:sp>
      <p:sp>
        <p:nvSpPr>
          <p:cNvPr id="1032" name="S1032"/>
          <p:cNvSpPr/>
          <p:nvPr/>
        </p:nvSpPr>
        <p:spPr>
          <a:xfrm>
            <a:off x="6413500" y="53594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static float st[TAPS];</a:t>
            </a:r>
          </a:p>
        </p:txBody>
      </p:sp>
      <p:sp>
        <p:nvSpPr>
          <p:cNvPr id="1054" name="S1054"/>
          <p:cNvSpPr/>
          <p:nvPr/>
        </p:nvSpPr>
        <p:spPr>
          <a:xfrm>
            <a:off x="6413500" y="56388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fir_f32_t fir;</a:t>
            </a:r>
          </a:p>
        </p:txBody>
      </p:sp>
      <p:sp>
        <p:nvSpPr>
          <p:cNvPr id="1076" name="S1076"/>
          <p:cNvSpPr/>
          <p:nvPr/>
        </p:nvSpPr>
        <p:spPr>
          <a:xfrm>
            <a:off x="6413500" y="59182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9C46A"/>
                </a:solidFill>
                <a:latin typeface="Consolas"/>
              </a:rPr>
              <a:t>dsps_fir_init_f32(&amp;fir, coeffs,</a:t>
            </a:r>
          </a:p>
        </p:txBody>
      </p:sp>
      <p:sp>
        <p:nvSpPr>
          <p:cNvPr id="1098" name="S1098"/>
          <p:cNvSpPr/>
          <p:nvPr/>
        </p:nvSpPr>
        <p:spPr>
          <a:xfrm>
            <a:off x="6413500" y="6197600"/>
            <a:ext cx="4826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9C46A"/>
                </a:solidFill>
                <a:latin typeface="Consolas"/>
              </a:rPr>
              <a:t>                  st, TAPS);</a:t>
            </a:r>
          </a:p>
        </p:txBody>
      </p:sp>
    </p:spTree>
    <p:extLst>
      <p:ext uri="{BB962C8B-B14F-4D97-AF65-F5344CB8AC3E}">
        <p14:creationId xmlns:p14="http://schemas.microsoft.com/office/powerpoint/2010/main" val="40892239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1" name="S10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0" name="S200"/>
          <p:cNvSpPr/>
          <p:nvPr/>
        </p:nvSpPr>
        <p:spPr>
          <a:xfrm>
            <a:off x="1016000" y="1651000"/>
            <a:ext cx="2540000" cy="177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0" b="1" dirty="0">
                <a:solidFill>
                  <a:srgbClr val="E63946"/>
                </a:solidFill>
                <a:latin typeface="Aptos Display"/>
              </a:rPr>
              <a:t>04</a:t>
            </a:r>
          </a:p>
        </p:txBody>
      </p:sp>
      <p:sp>
        <p:nvSpPr>
          <p:cNvPr id="201" name="S201"/>
          <p:cNvSpPr/>
          <p:nvPr/>
        </p:nvSpPr>
        <p:spPr>
          <a:xfrm>
            <a:off x="1016000" y="3556000"/>
            <a:ext cx="10160000" cy="127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7000" b="1" dirty="0">
                <a:solidFill>
                  <a:srgbClr val="FFFFFF"/>
                </a:solidFill>
              </a:rPr>
              <a:t>IIR &amp; BIQUAD</a:t>
            </a:r>
          </a:p>
        </p:txBody>
      </p:sp>
      <p:sp>
        <p:nvSpPr>
          <p:cNvPr id="202" name="S202"/>
          <p:cNvSpPr/>
          <p:nvPr/>
        </p:nvSpPr>
        <p:spPr>
          <a:xfrm>
            <a:off x="1016000" y="46990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400" dirty="0">
                <a:solidFill>
                  <a:srgbClr val="F4A261"/>
                </a:solidFill>
              </a:rPr>
              <a:t>Filtros recursivos eficientes — Direct Form II Transposto</a:t>
            </a:r>
          </a:p>
        </p:txBody>
      </p:sp>
      <p:sp>
        <p:nvSpPr>
          <p:cNvPr id="300" name="S300"/>
          <p:cNvSpPr/>
          <p:nvPr/>
        </p:nvSpPr>
        <p:spPr>
          <a:xfrm>
            <a:off x="1016000" y="55880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200" dirty="0">
                <a:solidFill>
                  <a:srgbClr val="E9C46A"/>
                </a:solidFill>
                <a:latin typeface="Consolas"/>
              </a:rPr>
              <a:t>y[n] = Σ b[i]·x[n−i] − Σ a[j]·y[n−j]</a:t>
            </a:r>
          </a:p>
        </p:txBody>
      </p:sp>
      <p:sp>
        <p:nvSpPr>
          <p:cNvPr id="400" name="S400"/>
          <p:cNvSpPr/>
          <p:nvPr/>
        </p:nvSpPr>
        <p:spPr>
          <a:xfrm>
            <a:off x="9398000" y="1651000"/>
            <a:ext cx="2032000" cy="20320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01" name="S401"/>
          <p:cNvSpPr/>
          <p:nvPr/>
        </p:nvSpPr>
        <p:spPr>
          <a:xfrm>
            <a:off x="9398000" y="2095500"/>
            <a:ext cx="2032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3200" b="1" dirty="0">
                <a:solidFill>
                  <a:srgbClr val="FFFFFF"/>
                </a:solidFill>
              </a:rPr>
              <a:t>BIQUAD</a:t>
            </a:r>
          </a:p>
        </p:txBody>
      </p:sp>
      <p:sp>
        <p:nvSpPr>
          <p:cNvPr id="402" name="S402"/>
          <p:cNvSpPr/>
          <p:nvPr/>
        </p:nvSpPr>
        <p:spPr>
          <a:xfrm>
            <a:off x="9398000" y="2730500"/>
            <a:ext cx="2032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500" dirty="0">
                <a:solidFill>
                  <a:srgbClr val="FFFFFF"/>
                </a:solidFill>
              </a:rPr>
              <a:t>2nd order section</a:t>
            </a:r>
          </a:p>
        </p:txBody>
      </p:sp>
      <p:sp>
        <p:nvSpPr>
          <p:cNvPr id="403" name="S403"/>
          <p:cNvSpPr/>
          <p:nvPr/>
        </p:nvSpPr>
        <p:spPr>
          <a:xfrm>
            <a:off x="9398000" y="3175000"/>
            <a:ext cx="2032000" cy="3175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dirty="0">
                <a:solidFill>
                  <a:srgbClr val="FFFFFF"/>
                </a:solidFill>
                <a:latin typeface="Consolas"/>
              </a:rPr>
              <a:t>5 mul · 4 add</a:t>
            </a:r>
          </a:p>
        </p:txBody>
      </p:sp>
    </p:spTree>
    <p:extLst>
      <p:ext uri="{BB962C8B-B14F-4D97-AF65-F5344CB8AC3E}">
        <p14:creationId xmlns:p14="http://schemas.microsoft.com/office/powerpoint/2010/main" val="39115181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400" b="1" dirty="0">
                <a:solidFill>
                  <a:srgbClr val="1A2332"/>
                </a:solidFill>
              </a:rPr>
              <a:t>Direct Form II Transposto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forma escolhida pelo esp-dsp — apenas 2 estados, ótima estabilidade numérica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355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18415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E63946"/>
                </a:solidFill>
              </a:rPr>
              <a:t>① Cálculo da saída</a:t>
            </a:r>
          </a:p>
        </p:txBody>
      </p:sp>
      <p:sp>
        <p:nvSpPr>
          <p:cNvPr id="202" name="S202"/>
          <p:cNvSpPr/>
          <p:nvPr/>
        </p:nvSpPr>
        <p:spPr>
          <a:xfrm>
            <a:off x="952500" y="2286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200" dirty="0">
                <a:solidFill>
                  <a:srgbClr val="264653"/>
                </a:solidFill>
                <a:latin typeface="Consolas"/>
              </a:rPr>
              <a:t>y[n] = b₀ · x[n] + d₀</a:t>
            </a:r>
          </a:p>
        </p:txBody>
      </p:sp>
      <p:sp>
        <p:nvSpPr>
          <p:cNvPr id="203" name="S203"/>
          <p:cNvSpPr/>
          <p:nvPr/>
        </p:nvSpPr>
        <p:spPr>
          <a:xfrm>
            <a:off x="952500" y="2730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57D"/>
                </a:solidFill>
              </a:rPr>
              <a:t>d₀ é o estado anterior</a:t>
            </a:r>
          </a:p>
        </p:txBody>
      </p:sp>
      <p:sp>
        <p:nvSpPr>
          <p:cNvPr id="204" name="S204"/>
          <p:cNvSpPr/>
          <p:nvPr/>
        </p:nvSpPr>
        <p:spPr>
          <a:xfrm>
            <a:off x="952500" y="3111500"/>
            <a:ext cx="4826000" cy="330200"/>
          </a:xfrm>
          <a:prstGeom prst="rect">
            <a:avLst/>
          </a:prstGeom>
          <a:solidFill>
            <a:srgbClr val="FCEAD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5" name="S205"/>
          <p:cNvSpPr/>
          <p:nvPr/>
        </p:nvSpPr>
        <p:spPr>
          <a:xfrm>
            <a:off x="1079500" y="31496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b="1" dirty="0">
                <a:solidFill>
                  <a:srgbClr val="264653"/>
                </a:solidFill>
              </a:rPr>
              <a:t>saída calculada PRIMEIRO</a:t>
            </a:r>
          </a:p>
        </p:txBody>
      </p:sp>
      <p:sp>
        <p:nvSpPr>
          <p:cNvPr id="206" name="S206"/>
          <p:cNvSpPr/>
          <p:nvPr/>
        </p:nvSpPr>
        <p:spPr>
          <a:xfrm>
            <a:off x="952500" y="3619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A9D8F"/>
                </a:solidFill>
                <a:latin typeface="Consolas"/>
              </a:rPr>
              <a:t>x[n] = 1.0   →   y[n] = 0.2929 + 0 = 0.2929</a:t>
            </a:r>
          </a:p>
        </p:txBody>
      </p:sp>
      <p:sp>
        <p:nvSpPr>
          <p:cNvPr id="207" name="S207"/>
          <p:cNvSpPr/>
          <p:nvPr/>
        </p:nvSpPr>
        <p:spPr>
          <a:xfrm>
            <a:off x="952500" y="4064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(b = [0.2929, 0.5858, 0.2929])</a:t>
            </a:r>
          </a:p>
        </p:txBody>
      </p:sp>
      <p:sp>
        <p:nvSpPr>
          <p:cNvPr id="208" name="S208"/>
          <p:cNvSpPr/>
          <p:nvPr/>
        </p:nvSpPr>
        <p:spPr>
          <a:xfrm>
            <a:off x="952500" y="4445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(a = [1, 0, 0.1716])</a:t>
            </a:r>
          </a:p>
        </p:txBody>
      </p:sp>
      <p:sp>
        <p:nvSpPr>
          <p:cNvPr id="300" name="S300"/>
          <p:cNvSpPr/>
          <p:nvPr/>
        </p:nvSpPr>
        <p:spPr>
          <a:xfrm>
            <a:off x="6223000" y="1651000"/>
            <a:ext cx="5207000" cy="355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01" name="S301"/>
          <p:cNvSpPr/>
          <p:nvPr/>
        </p:nvSpPr>
        <p:spPr>
          <a:xfrm>
            <a:off x="6413500" y="18415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2A9D8F"/>
                </a:solidFill>
              </a:rPr>
              <a:t>② Atualização dos estados</a:t>
            </a:r>
          </a:p>
        </p:txBody>
      </p:sp>
      <p:sp>
        <p:nvSpPr>
          <p:cNvPr id="302" name="S302"/>
          <p:cNvSpPr/>
          <p:nvPr/>
        </p:nvSpPr>
        <p:spPr>
          <a:xfrm>
            <a:off x="6413500" y="22860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dirty="0">
                <a:solidFill>
                  <a:srgbClr val="264653"/>
                </a:solidFill>
                <a:latin typeface="Consolas"/>
              </a:rPr>
              <a:t>d₀ ← d₁ + b₁·x[n] − a₁·y[n]</a:t>
            </a:r>
          </a:p>
        </p:txBody>
      </p:sp>
      <p:sp>
        <p:nvSpPr>
          <p:cNvPr id="303" name="S303"/>
          <p:cNvSpPr/>
          <p:nvPr/>
        </p:nvSpPr>
        <p:spPr>
          <a:xfrm>
            <a:off x="6413500" y="26670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dirty="0">
                <a:solidFill>
                  <a:srgbClr val="264653"/>
                </a:solidFill>
                <a:latin typeface="Consolas"/>
              </a:rPr>
              <a:t>d₁ ← b₂·x[n] − a₂·y[n]</a:t>
            </a:r>
          </a:p>
        </p:txBody>
      </p:sp>
      <p:sp>
        <p:nvSpPr>
          <p:cNvPr id="304" name="S304"/>
          <p:cNvSpPr/>
          <p:nvPr/>
        </p:nvSpPr>
        <p:spPr>
          <a:xfrm>
            <a:off x="6413500" y="3111500"/>
            <a:ext cx="4826000" cy="330200"/>
          </a:xfrm>
          <a:prstGeom prst="rect">
            <a:avLst/>
          </a:prstGeom>
          <a:solidFill>
            <a:srgbClr val="DDF1E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5" name="S305"/>
          <p:cNvSpPr/>
          <p:nvPr/>
        </p:nvSpPr>
        <p:spPr>
          <a:xfrm>
            <a:off x="6540500" y="31496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b="1" dirty="0">
                <a:solidFill>
                  <a:srgbClr val="264653"/>
                </a:solidFill>
              </a:rPr>
              <a:t>vetor de estado de tamanho 2</a:t>
            </a:r>
          </a:p>
        </p:txBody>
      </p:sp>
      <p:sp>
        <p:nvSpPr>
          <p:cNvPr id="306" name="S306"/>
          <p:cNvSpPr/>
          <p:nvPr/>
        </p:nvSpPr>
        <p:spPr>
          <a:xfrm>
            <a:off x="6413500" y="3619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E63946"/>
                </a:solidFill>
                <a:latin typeface="Consolas"/>
              </a:rPr>
              <a:t>d₀ ← 0 + 0.5858·1 − 0  = 0.5858</a:t>
            </a:r>
          </a:p>
        </p:txBody>
      </p:sp>
      <p:sp>
        <p:nvSpPr>
          <p:cNvPr id="307" name="S307"/>
          <p:cNvSpPr/>
          <p:nvPr/>
        </p:nvSpPr>
        <p:spPr>
          <a:xfrm>
            <a:off x="6413500" y="3937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E63946"/>
                </a:solidFill>
                <a:latin typeface="Consolas"/>
              </a:rPr>
              <a:t>d₁ ← 0.2929·1 − 0.1716·0.2929</a:t>
            </a:r>
          </a:p>
        </p:txBody>
      </p:sp>
      <p:sp>
        <p:nvSpPr>
          <p:cNvPr id="308" name="S308"/>
          <p:cNvSpPr/>
          <p:nvPr/>
        </p:nvSpPr>
        <p:spPr>
          <a:xfrm>
            <a:off x="6413500" y="4254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E63946"/>
                </a:solidFill>
                <a:latin typeface="Consolas"/>
              </a:rPr>
              <a:t>     ≈ 0.2428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5588000"/>
            <a:ext cx="3429000" cy="1016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952500" y="57150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</a:rPr>
              <a:t>Memória</a:t>
            </a:r>
          </a:p>
        </p:txBody>
      </p:sp>
      <p:sp>
        <p:nvSpPr>
          <p:cNvPr id="902" name="S902"/>
          <p:cNvSpPr/>
          <p:nvPr/>
        </p:nvSpPr>
        <p:spPr>
          <a:xfrm>
            <a:off x="952500" y="60325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E63946"/>
                </a:solidFill>
              </a:rPr>
              <a:t>max(nb,na)−1</a:t>
            </a:r>
          </a:p>
        </p:txBody>
      </p:sp>
      <p:sp>
        <p:nvSpPr>
          <p:cNvPr id="903" name="S903"/>
          <p:cNvSpPr/>
          <p:nvPr/>
        </p:nvSpPr>
        <p:spPr>
          <a:xfrm>
            <a:off x="4381500" y="5588000"/>
            <a:ext cx="3429000" cy="1016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4" name="S904"/>
          <p:cNvSpPr/>
          <p:nvPr/>
        </p:nvSpPr>
        <p:spPr>
          <a:xfrm>
            <a:off x="4572000" y="57150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</a:rPr>
              <a:t>Estabilidade</a:t>
            </a:r>
          </a:p>
        </p:txBody>
      </p:sp>
      <p:sp>
        <p:nvSpPr>
          <p:cNvPr id="905" name="S905"/>
          <p:cNvSpPr/>
          <p:nvPr/>
        </p:nvSpPr>
        <p:spPr>
          <a:xfrm>
            <a:off x="4572000" y="60325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F4A261"/>
                </a:solidFill>
              </a:rPr>
              <a:t>melhor distribuição de erros</a:t>
            </a:r>
          </a:p>
        </p:txBody>
      </p:sp>
      <p:sp>
        <p:nvSpPr>
          <p:cNvPr id="906" name="S906"/>
          <p:cNvSpPr/>
          <p:nvPr/>
        </p:nvSpPr>
        <p:spPr>
          <a:xfrm>
            <a:off x="8001000" y="5588000"/>
            <a:ext cx="3429000" cy="1016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7" name="S907"/>
          <p:cNvSpPr/>
          <p:nvPr/>
        </p:nvSpPr>
        <p:spPr>
          <a:xfrm>
            <a:off x="8191500" y="57150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</a:rPr>
              <a:t>Implementação</a:t>
            </a:r>
          </a:p>
        </p:txBody>
      </p:sp>
      <p:sp>
        <p:nvSpPr>
          <p:cNvPr id="908" name="S908"/>
          <p:cNvSpPr/>
          <p:nvPr/>
        </p:nvSpPr>
        <p:spPr>
          <a:xfrm>
            <a:off x="8191500" y="6032500"/>
            <a:ext cx="3048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A9D8F"/>
                </a:solidFill>
              </a:rPr>
              <a:t>fluxo linear, fácil debug</a:t>
            </a:r>
          </a:p>
        </p:txBody>
      </p:sp>
    </p:spTree>
    <p:extLst>
      <p:ext uri="{BB962C8B-B14F-4D97-AF65-F5344CB8AC3E}">
        <p14:creationId xmlns:p14="http://schemas.microsoft.com/office/powerpoint/2010/main" val="8934575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200" b="1" dirty="0">
                <a:solidFill>
                  <a:srgbClr val="1A2332"/>
                </a:solidFill>
              </a:rPr>
              <a:t>Biquad — IIR de 2ª ordem em uma chamada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dsps_biquad_f32() — 5 coeficientes, 2 estados, performance otimizada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4826000" cy="355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1841500"/>
            <a:ext cx="4445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64653"/>
                </a:solidFill>
              </a:rPr>
              <a:t>Layout dos coeficientes</a:t>
            </a:r>
          </a:p>
        </p:txBody>
      </p:sp>
      <p:sp>
        <p:nvSpPr>
          <p:cNvPr id="202" name="S202"/>
          <p:cNvSpPr/>
          <p:nvPr/>
        </p:nvSpPr>
        <p:spPr>
          <a:xfrm>
            <a:off x="952500" y="2222500"/>
            <a:ext cx="444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float coeffs[5] = { b0, b1, b2, a1, a2 };</a:t>
            </a:r>
          </a:p>
        </p:txBody>
      </p:sp>
      <p:sp>
        <p:nvSpPr>
          <p:cNvPr id="220" name="S220"/>
          <p:cNvSpPr/>
          <p:nvPr/>
        </p:nvSpPr>
        <p:spPr>
          <a:xfrm>
            <a:off x="1016000" y="2730500"/>
            <a:ext cx="762000" cy="7620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200" b="1" dirty="0">
                <a:solidFill>
                  <a:srgbClr val="FFFFFF"/>
                </a:solidFill>
              </a:rPr>
              <a:t>b0</a:t>
            </a:r>
          </a:p>
        </p:txBody>
      </p:sp>
      <p:sp>
        <p:nvSpPr>
          <p:cNvPr id="222" name="S222"/>
          <p:cNvSpPr/>
          <p:nvPr/>
        </p:nvSpPr>
        <p:spPr>
          <a:xfrm>
            <a:off x="1905000" y="2730500"/>
            <a:ext cx="762000" cy="7620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200" b="1" dirty="0">
                <a:solidFill>
                  <a:srgbClr val="FFFFFF"/>
                </a:solidFill>
              </a:rPr>
              <a:t>b1</a:t>
            </a:r>
          </a:p>
        </p:txBody>
      </p:sp>
      <p:sp>
        <p:nvSpPr>
          <p:cNvPr id="224" name="S224"/>
          <p:cNvSpPr/>
          <p:nvPr/>
        </p:nvSpPr>
        <p:spPr>
          <a:xfrm>
            <a:off x="2794000" y="2730500"/>
            <a:ext cx="762000" cy="76200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200" b="1" dirty="0">
                <a:solidFill>
                  <a:srgbClr val="FFFFFF"/>
                </a:solidFill>
              </a:rPr>
              <a:t>b2</a:t>
            </a:r>
          </a:p>
        </p:txBody>
      </p:sp>
      <p:sp>
        <p:nvSpPr>
          <p:cNvPr id="226" name="S226"/>
          <p:cNvSpPr/>
          <p:nvPr/>
        </p:nvSpPr>
        <p:spPr>
          <a:xfrm>
            <a:off x="3683000" y="2730500"/>
            <a:ext cx="762000" cy="7620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200" b="1" dirty="0">
                <a:solidFill>
                  <a:srgbClr val="FFFFFF"/>
                </a:solidFill>
              </a:rPr>
              <a:t>a1</a:t>
            </a:r>
          </a:p>
        </p:txBody>
      </p:sp>
      <p:sp>
        <p:nvSpPr>
          <p:cNvPr id="228" name="S228"/>
          <p:cNvSpPr/>
          <p:nvPr/>
        </p:nvSpPr>
        <p:spPr>
          <a:xfrm>
            <a:off x="4572000" y="2730500"/>
            <a:ext cx="762000" cy="7620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200" b="1" dirty="0">
                <a:solidFill>
                  <a:srgbClr val="FFFFFF"/>
                </a:solidFill>
              </a:rPr>
              <a:t>a2</a:t>
            </a:r>
          </a:p>
        </p:txBody>
      </p:sp>
      <p:sp>
        <p:nvSpPr>
          <p:cNvPr id="280" name="S280"/>
          <p:cNvSpPr/>
          <p:nvPr/>
        </p:nvSpPr>
        <p:spPr>
          <a:xfrm>
            <a:off x="952500" y="3683000"/>
            <a:ext cx="4445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57D"/>
                </a:solidFill>
                <a:latin typeface="Consolas"/>
              </a:rPr>
              <a:t>a0 = 1 (normalizado, não vai no array)</a:t>
            </a:r>
          </a:p>
        </p:txBody>
      </p:sp>
      <p:sp>
        <p:nvSpPr>
          <p:cNvPr id="281" name="S281"/>
          <p:cNvSpPr/>
          <p:nvPr/>
        </p:nvSpPr>
        <p:spPr>
          <a:xfrm>
            <a:off x="952500" y="4064000"/>
            <a:ext cx="4445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float w[2] = {0, 0};   // estado d0, d1</a:t>
            </a:r>
          </a:p>
        </p:txBody>
      </p:sp>
      <p:sp>
        <p:nvSpPr>
          <p:cNvPr id="282" name="S282"/>
          <p:cNvSpPr/>
          <p:nvPr/>
        </p:nvSpPr>
        <p:spPr>
          <a:xfrm>
            <a:off x="952500" y="4445000"/>
            <a:ext cx="4445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A9D8F"/>
                </a:solidFill>
                <a:latin typeface="Consolas"/>
              </a:rPr>
              <a:t>// ← apenas 2 floats de memória!</a:t>
            </a:r>
          </a:p>
        </p:txBody>
      </p:sp>
      <p:sp>
        <p:nvSpPr>
          <p:cNvPr id="500" name="S500"/>
          <p:cNvSpPr/>
          <p:nvPr/>
        </p:nvSpPr>
        <p:spPr>
          <a:xfrm>
            <a:off x="5842000" y="1651000"/>
            <a:ext cx="5588000" cy="3556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6032500" y="1841500"/>
            <a:ext cx="520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b="1" dirty="0">
                <a:solidFill>
                  <a:srgbClr val="E5E5E0"/>
                </a:solidFill>
                <a:latin typeface="Consolas"/>
              </a:rPr>
              <a:t>biquad_lpf.c</a:t>
            </a:r>
          </a:p>
        </p:txBody>
      </p:sp>
      <p:sp>
        <p:nvSpPr>
          <p:cNvPr id="685" name="S685"/>
          <p:cNvSpPr/>
          <p:nvPr/>
        </p:nvSpPr>
        <p:spPr>
          <a:xfrm>
            <a:off x="6032500" y="2222500"/>
            <a:ext cx="5207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  <a:latin typeface="Consolas"/>
              </a:rPr>
              <a:t>// LPF Butterworth 2ª ordem fc=200Hz</a:t>
            </a:r>
          </a:p>
        </p:txBody>
      </p:sp>
      <p:sp>
        <p:nvSpPr>
          <p:cNvPr id="703" name="S703"/>
          <p:cNvSpPr/>
          <p:nvPr/>
        </p:nvSpPr>
        <p:spPr>
          <a:xfrm>
            <a:off x="6032500" y="2451100"/>
            <a:ext cx="5207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float coef[5];</a:t>
            </a:r>
          </a:p>
        </p:txBody>
      </p:sp>
      <p:sp>
        <p:nvSpPr>
          <p:cNvPr id="721" name="S721"/>
          <p:cNvSpPr/>
          <p:nvPr/>
        </p:nvSpPr>
        <p:spPr>
          <a:xfrm>
            <a:off x="6032500" y="2679700"/>
            <a:ext cx="5207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float w[2] = {0, 0};</a:t>
            </a:r>
          </a:p>
        </p:txBody>
      </p:sp>
      <p:sp>
        <p:nvSpPr>
          <p:cNvPr id="747" name="S747"/>
          <p:cNvSpPr/>
          <p:nvPr/>
        </p:nvSpPr>
        <p:spPr>
          <a:xfrm>
            <a:off x="6032500" y="3009900"/>
            <a:ext cx="5207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  <a:latin typeface="Consolas"/>
              </a:rPr>
              <a:t>// 1) Calcular coeficientes</a:t>
            </a:r>
          </a:p>
        </p:txBody>
      </p:sp>
      <p:sp>
        <p:nvSpPr>
          <p:cNvPr id="765" name="S765"/>
          <p:cNvSpPr/>
          <p:nvPr/>
        </p:nvSpPr>
        <p:spPr>
          <a:xfrm>
            <a:off x="6032500" y="3238500"/>
            <a:ext cx="5207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dsps_biquad_gen_lpf_f32(coef,</a:t>
            </a:r>
          </a:p>
        </p:txBody>
      </p:sp>
      <p:sp>
        <p:nvSpPr>
          <p:cNvPr id="783" name="S783"/>
          <p:cNvSpPr/>
          <p:nvPr/>
        </p:nvSpPr>
        <p:spPr>
          <a:xfrm>
            <a:off x="6032500" y="3467100"/>
            <a:ext cx="5207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        0.025f,    // fc/fs = 200/8000</a:t>
            </a:r>
          </a:p>
        </p:txBody>
      </p:sp>
      <p:sp>
        <p:nvSpPr>
          <p:cNvPr id="801" name="S801"/>
          <p:cNvSpPr/>
          <p:nvPr/>
        </p:nvSpPr>
        <p:spPr>
          <a:xfrm>
            <a:off x="6032500" y="3695700"/>
            <a:ext cx="5207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        0.707f);   // Q (Butterworth)</a:t>
            </a:r>
          </a:p>
        </p:txBody>
      </p:sp>
      <p:sp>
        <p:nvSpPr>
          <p:cNvPr id="827" name="S827"/>
          <p:cNvSpPr/>
          <p:nvPr/>
        </p:nvSpPr>
        <p:spPr>
          <a:xfrm>
            <a:off x="6032500" y="4025900"/>
            <a:ext cx="5207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  <a:latin typeface="Consolas"/>
              </a:rPr>
              <a:t>// 2) Filtrar bloco</a:t>
            </a:r>
          </a:p>
        </p:txBody>
      </p:sp>
      <p:sp>
        <p:nvSpPr>
          <p:cNvPr id="845" name="S845"/>
          <p:cNvSpPr/>
          <p:nvPr/>
        </p:nvSpPr>
        <p:spPr>
          <a:xfrm>
            <a:off x="6032500" y="4254500"/>
            <a:ext cx="5207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A9D8F"/>
                </a:solidFill>
                <a:latin typeface="Consolas"/>
              </a:rPr>
              <a:t>dsps_biquad_f32_ae32(</a:t>
            </a:r>
          </a:p>
        </p:txBody>
      </p:sp>
      <p:sp>
        <p:nvSpPr>
          <p:cNvPr id="863" name="S863"/>
          <p:cNvSpPr/>
          <p:nvPr/>
        </p:nvSpPr>
        <p:spPr>
          <a:xfrm>
            <a:off x="6032500" y="4483100"/>
            <a:ext cx="5207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     in, out, N, coef, w);</a:t>
            </a:r>
          </a:p>
        </p:txBody>
      </p:sp>
      <p:sp>
        <p:nvSpPr>
          <p:cNvPr id="1000" name="S1000"/>
          <p:cNvSpPr/>
          <p:nvPr/>
        </p:nvSpPr>
        <p:spPr>
          <a:xfrm>
            <a:off x="762000" y="5588000"/>
            <a:ext cx="10668000" cy="10160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01" name="S1001"/>
          <p:cNvSpPr/>
          <p:nvPr/>
        </p:nvSpPr>
        <p:spPr>
          <a:xfrm>
            <a:off x="952500" y="5715000"/>
            <a:ext cx="10287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⚙  Geradores prontos da esp-dsp:</a:t>
            </a:r>
          </a:p>
        </p:txBody>
      </p:sp>
      <p:sp>
        <p:nvSpPr>
          <p:cNvPr id="1020" name="S1020"/>
          <p:cNvSpPr/>
          <p:nvPr/>
        </p:nvSpPr>
        <p:spPr>
          <a:xfrm>
            <a:off x="952500" y="6146800"/>
            <a:ext cx="1587500" cy="330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3946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E63946"/>
                </a:solidFill>
                <a:latin typeface="Consolas"/>
              </a:rPr>
              <a:t>dsps_biquad_gen_lpf</a:t>
            </a:r>
          </a:p>
        </p:txBody>
      </p:sp>
      <p:sp>
        <p:nvSpPr>
          <p:cNvPr id="1021" name="S1021"/>
          <p:cNvSpPr/>
          <p:nvPr/>
        </p:nvSpPr>
        <p:spPr>
          <a:xfrm>
            <a:off x="2667000" y="6146800"/>
            <a:ext cx="1587500" cy="330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F4A261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F4A261"/>
                </a:solidFill>
                <a:latin typeface="Consolas"/>
              </a:rPr>
              <a:t>dsps_biquad_gen_hpf</a:t>
            </a:r>
          </a:p>
        </p:txBody>
      </p:sp>
      <p:sp>
        <p:nvSpPr>
          <p:cNvPr id="1022" name="S1022"/>
          <p:cNvSpPr/>
          <p:nvPr/>
        </p:nvSpPr>
        <p:spPr>
          <a:xfrm>
            <a:off x="4381500" y="6146800"/>
            <a:ext cx="1587500" cy="330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9C46A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E9C46A"/>
                </a:solidFill>
                <a:latin typeface="Consolas"/>
              </a:rPr>
              <a:t>dsps_biquad_gen_bpf</a:t>
            </a:r>
          </a:p>
        </p:txBody>
      </p:sp>
      <p:sp>
        <p:nvSpPr>
          <p:cNvPr id="1023" name="S1023"/>
          <p:cNvSpPr/>
          <p:nvPr/>
        </p:nvSpPr>
        <p:spPr>
          <a:xfrm>
            <a:off x="6096000" y="6146800"/>
            <a:ext cx="1587500" cy="330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A9D8F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2A9D8F"/>
                </a:solidFill>
                <a:latin typeface="Consolas"/>
              </a:rPr>
              <a:t>dsps_biquad_gen_notch</a:t>
            </a:r>
          </a:p>
        </p:txBody>
      </p:sp>
      <p:sp>
        <p:nvSpPr>
          <p:cNvPr id="1024" name="S1024"/>
          <p:cNvSpPr/>
          <p:nvPr/>
        </p:nvSpPr>
        <p:spPr>
          <a:xfrm>
            <a:off x="7810500" y="6146800"/>
            <a:ext cx="1587500" cy="330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264653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264653"/>
                </a:solidFill>
                <a:latin typeface="Consolas"/>
              </a:rPr>
              <a:t>dsps_biquad_gen_peakingEQ</a:t>
            </a:r>
          </a:p>
        </p:txBody>
      </p:sp>
      <p:sp>
        <p:nvSpPr>
          <p:cNvPr id="1025" name="S1025"/>
          <p:cNvSpPr/>
          <p:nvPr/>
        </p:nvSpPr>
        <p:spPr>
          <a:xfrm>
            <a:off x="9525000" y="6146800"/>
            <a:ext cx="1587500" cy="3302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6C757D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6C757D"/>
                </a:solidFill>
                <a:latin typeface="Consolas"/>
              </a:rPr>
              <a:t>dsps_biquad_gen_lowShelf</a:t>
            </a:r>
          </a:p>
        </p:txBody>
      </p:sp>
    </p:spTree>
    <p:extLst>
      <p:ext uri="{BB962C8B-B14F-4D97-AF65-F5344CB8AC3E}">
        <p14:creationId xmlns:p14="http://schemas.microsoft.com/office/powerpoint/2010/main" val="4104812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000" b="1" dirty="0">
                <a:solidFill>
                  <a:srgbClr val="1A2332"/>
                </a:solidFill>
              </a:rPr>
              <a:t>Filtros de ordem alta — cascata de Biquads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6ª ordem = 3 biquads em série · estável e numericamente robusto</a:t>
            </a:r>
          </a:p>
        </p:txBody>
      </p:sp>
      <p:sp>
        <p:nvSpPr>
          <p:cNvPr id="200" name="S200"/>
          <p:cNvSpPr/>
          <p:nvPr/>
        </p:nvSpPr>
        <p:spPr>
          <a:xfrm>
            <a:off x="381000" y="1686006"/>
            <a:ext cx="1016000" cy="1143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E5E5E0"/>
                </a:solidFill>
                <a:latin typeface="Consolas"/>
              </a:rPr>
              <a:t>x[n]</a:t>
            </a:r>
          </a:p>
        </p:txBody>
      </p:sp>
      <p:sp>
        <p:nvSpPr>
          <p:cNvPr id="300" name="S300"/>
          <p:cNvSpPr/>
          <p:nvPr/>
        </p:nvSpPr>
        <p:spPr>
          <a:xfrm>
            <a:off x="1651000" y="1686006"/>
            <a:ext cx="2540000" cy="11430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900" b="1" dirty="0">
                <a:solidFill>
                  <a:srgbClr val="FFFFFF"/>
                </a:solidFill>
              </a:rPr>
              <a:t>BIQUAD 1</a:t>
            </a:r>
          </a:p>
          <a:p>
            <a:pPr>
              <a:buNone/>
            </a:pPr>
            <a:endParaRPr lang="pt-BR" sz="1900" b="1" dirty="0">
              <a:solidFill>
                <a:srgbClr val="FFFFFF"/>
              </a:solidFill>
            </a:endParaRPr>
          </a:p>
          <a:p>
            <a:pPr algn="ctr">
              <a:buNone/>
            </a:pPr>
            <a:r>
              <a:rPr lang="pt-BR" sz="1200" dirty="0">
                <a:solidFill>
                  <a:srgbClr val="FFFFFF"/>
                </a:solidFill>
                <a:latin typeface="Consolas"/>
              </a:rPr>
              <a:t>coef[0..4]
w1[2]</a:t>
            </a:r>
          </a:p>
        </p:txBody>
      </p:sp>
      <p:sp>
        <p:nvSpPr>
          <p:cNvPr id="310" name="S310"/>
          <p:cNvSpPr/>
          <p:nvPr/>
        </p:nvSpPr>
        <p:spPr>
          <a:xfrm>
            <a:off x="4191000" y="2067006"/>
            <a:ext cx="381000" cy="381000"/>
          </a:xfrm>
          <a:prstGeom prst="rightArrow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S310"/>
          <p:cNvSpPr/>
          <p:nvPr/>
        </p:nvSpPr>
        <p:spPr>
          <a:xfrm>
            <a:off x="4699000" y="1686006"/>
            <a:ext cx="2540000" cy="11430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900" b="1" dirty="0">
                <a:solidFill>
                  <a:srgbClr val="FFFFFF"/>
                </a:solidFill>
              </a:rPr>
              <a:t>BIQUAD 2</a:t>
            </a:r>
          </a:p>
          <a:p>
            <a:pPr>
              <a:buNone/>
            </a:pPr>
            <a:endParaRPr lang="pt-BR" sz="1900" b="1" dirty="0">
              <a:solidFill>
                <a:srgbClr val="FFFFFF"/>
              </a:solidFill>
            </a:endParaRPr>
          </a:p>
          <a:p>
            <a:pPr algn="ctr">
              <a:buNone/>
            </a:pPr>
            <a:r>
              <a:rPr lang="pt-BR" sz="1200" dirty="0">
                <a:solidFill>
                  <a:srgbClr val="FFFFFF"/>
                </a:solidFill>
                <a:latin typeface="Consolas"/>
              </a:rPr>
              <a:t>coef[5..9]
w2[2]</a:t>
            </a:r>
          </a:p>
        </p:txBody>
      </p:sp>
      <p:sp>
        <p:nvSpPr>
          <p:cNvPr id="320" name="S320"/>
          <p:cNvSpPr/>
          <p:nvPr/>
        </p:nvSpPr>
        <p:spPr>
          <a:xfrm>
            <a:off x="7239000" y="2067006"/>
            <a:ext cx="381000" cy="381000"/>
          </a:xfrm>
          <a:prstGeom prst="rightArrow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" name="S320"/>
          <p:cNvSpPr/>
          <p:nvPr/>
        </p:nvSpPr>
        <p:spPr>
          <a:xfrm>
            <a:off x="7747000" y="1686006"/>
            <a:ext cx="2540000" cy="11430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900" b="1" dirty="0">
                <a:solidFill>
                  <a:srgbClr val="FFFFFF"/>
                </a:solidFill>
              </a:rPr>
              <a:t>BIQUAD 3</a:t>
            </a:r>
          </a:p>
          <a:p>
            <a:pPr>
              <a:buNone/>
            </a:pPr>
            <a:endParaRPr lang="pt-BR" sz="1900" b="1" dirty="0">
              <a:solidFill>
                <a:srgbClr val="FFFFFF"/>
              </a:solidFill>
            </a:endParaRPr>
          </a:p>
          <a:p>
            <a:pPr algn="ctr">
              <a:buNone/>
            </a:pPr>
            <a:r>
              <a:rPr lang="pt-BR" sz="1200" dirty="0">
                <a:solidFill>
                  <a:srgbClr val="FFFFFF"/>
                </a:solidFill>
                <a:latin typeface="Consolas"/>
              </a:rPr>
              <a:t>coef[10..14]
w3[2]</a:t>
            </a:r>
          </a:p>
        </p:txBody>
      </p:sp>
      <p:sp>
        <p:nvSpPr>
          <p:cNvPr id="800" name="S800"/>
          <p:cNvSpPr/>
          <p:nvPr/>
        </p:nvSpPr>
        <p:spPr>
          <a:xfrm>
            <a:off x="10795000" y="1686006"/>
            <a:ext cx="1016000" cy="1143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E5E5E0"/>
                </a:solidFill>
                <a:latin typeface="Consolas"/>
              </a:rPr>
              <a:t>y[n]</a:t>
            </a:r>
          </a:p>
        </p:txBody>
      </p:sp>
      <p:sp>
        <p:nvSpPr>
          <p:cNvPr id="801" name="S801"/>
          <p:cNvSpPr/>
          <p:nvPr/>
        </p:nvSpPr>
        <p:spPr>
          <a:xfrm>
            <a:off x="10287000" y="2067006"/>
            <a:ext cx="508000" cy="381000"/>
          </a:xfrm>
          <a:prstGeom prst="rightArrow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00" name="S1000"/>
          <p:cNvSpPr/>
          <p:nvPr/>
        </p:nvSpPr>
        <p:spPr>
          <a:xfrm>
            <a:off x="762000" y="2946050"/>
            <a:ext cx="10668000" cy="353095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01" name="S1001"/>
          <p:cNvSpPr/>
          <p:nvPr/>
        </p:nvSpPr>
        <p:spPr>
          <a:xfrm>
            <a:off x="952500" y="3065152"/>
            <a:ext cx="104775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b="1" dirty="0">
                <a:solidFill>
                  <a:srgbClr val="E5E5E0"/>
                </a:solidFill>
                <a:latin typeface="Consolas"/>
              </a:rPr>
              <a:t>cascade.c — LPF de 6ª ordem</a:t>
            </a:r>
          </a:p>
        </p:txBody>
      </p:sp>
      <p:sp>
        <p:nvSpPr>
          <p:cNvPr id="1420" name="S1420"/>
          <p:cNvSpPr/>
          <p:nvPr/>
        </p:nvSpPr>
        <p:spPr>
          <a:xfrm>
            <a:off x="952500" y="3446152"/>
            <a:ext cx="104775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F4A261"/>
                </a:solidFill>
                <a:latin typeface="Consolas"/>
              </a:rPr>
              <a:t>#define NUM_SECT 3</a:t>
            </a:r>
          </a:p>
        </p:txBody>
      </p:sp>
      <p:sp>
        <p:nvSpPr>
          <p:cNvPr id="1437" name="S1437"/>
          <p:cNvSpPr/>
          <p:nvPr/>
        </p:nvSpPr>
        <p:spPr>
          <a:xfrm>
            <a:off x="952500" y="3662052"/>
            <a:ext cx="104775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static float coef[NUM_SECT * 5];</a:t>
            </a:r>
          </a:p>
        </p:txBody>
      </p:sp>
      <p:sp>
        <p:nvSpPr>
          <p:cNvPr id="1454" name="S1454"/>
          <p:cNvSpPr/>
          <p:nvPr/>
        </p:nvSpPr>
        <p:spPr>
          <a:xfrm>
            <a:off x="952500" y="3877952"/>
            <a:ext cx="104775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static float w[NUM_SECT][2] = {0};</a:t>
            </a:r>
          </a:p>
        </p:txBody>
      </p:sp>
      <p:sp>
        <p:nvSpPr>
          <p:cNvPr id="1476" name="S1476"/>
          <p:cNvSpPr/>
          <p:nvPr/>
        </p:nvSpPr>
        <p:spPr>
          <a:xfrm>
            <a:off x="952500" y="4157352"/>
            <a:ext cx="104775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design: 3 seções com Q distintos para máxima planura</a:t>
            </a:r>
          </a:p>
        </p:txBody>
      </p:sp>
      <p:sp>
        <p:nvSpPr>
          <p:cNvPr id="1493" name="S1493"/>
          <p:cNvSpPr/>
          <p:nvPr/>
        </p:nvSpPr>
        <p:spPr>
          <a:xfrm>
            <a:off x="952500" y="4373252"/>
            <a:ext cx="104775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dsps_biquad_gen_lpf_f32(&amp;coef[0],  fc, 0.5176f);</a:t>
            </a:r>
          </a:p>
        </p:txBody>
      </p:sp>
      <p:sp>
        <p:nvSpPr>
          <p:cNvPr id="1510" name="S1510"/>
          <p:cNvSpPr/>
          <p:nvPr/>
        </p:nvSpPr>
        <p:spPr>
          <a:xfrm>
            <a:off x="952500" y="4589152"/>
            <a:ext cx="104775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dsps_biquad_gen_lpf_f32(&amp;coef[5],  fc, 0.7071f);</a:t>
            </a:r>
          </a:p>
        </p:txBody>
      </p:sp>
      <p:sp>
        <p:nvSpPr>
          <p:cNvPr id="1527" name="S1527"/>
          <p:cNvSpPr/>
          <p:nvPr/>
        </p:nvSpPr>
        <p:spPr>
          <a:xfrm>
            <a:off x="952500" y="4805052"/>
            <a:ext cx="104775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dsps_biquad_gen_lpf_f32(&amp;coef[10], fc, 1.9319f);</a:t>
            </a:r>
          </a:p>
        </p:txBody>
      </p:sp>
      <p:sp>
        <p:nvSpPr>
          <p:cNvPr id="1549" name="S1549"/>
          <p:cNvSpPr/>
          <p:nvPr/>
        </p:nvSpPr>
        <p:spPr>
          <a:xfrm>
            <a:off x="952500" y="5084452"/>
            <a:ext cx="104775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processar cascata em qualquer tamanho de bloco</a:t>
            </a:r>
          </a:p>
        </p:txBody>
      </p:sp>
      <p:sp>
        <p:nvSpPr>
          <p:cNvPr id="1566" name="S1566"/>
          <p:cNvSpPr/>
          <p:nvPr/>
        </p:nvSpPr>
        <p:spPr>
          <a:xfrm>
            <a:off x="952500" y="5300352"/>
            <a:ext cx="104775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for (int s = 0; s &lt; NUM_SECT; s++) {</a:t>
            </a:r>
          </a:p>
        </p:txBody>
      </p:sp>
      <p:sp>
        <p:nvSpPr>
          <p:cNvPr id="1583" name="S1583"/>
          <p:cNvSpPr/>
          <p:nvPr/>
        </p:nvSpPr>
        <p:spPr>
          <a:xfrm>
            <a:off x="952500" y="5516252"/>
            <a:ext cx="104775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  dsps_biquad_f32_ae32(in, out, N, &amp;coef[s*5], w[s]);</a:t>
            </a:r>
          </a:p>
        </p:txBody>
      </p:sp>
      <p:sp>
        <p:nvSpPr>
          <p:cNvPr id="1600" name="S1600"/>
          <p:cNvSpPr/>
          <p:nvPr/>
        </p:nvSpPr>
        <p:spPr>
          <a:xfrm>
            <a:off x="952500" y="5732152"/>
            <a:ext cx="104775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    in = out;   // saída de uma seção é entrada da próxima</a:t>
            </a:r>
          </a:p>
        </p:txBody>
      </p:sp>
      <p:sp>
        <p:nvSpPr>
          <p:cNvPr id="1617" name="S1617"/>
          <p:cNvSpPr/>
          <p:nvPr/>
        </p:nvSpPr>
        <p:spPr>
          <a:xfrm>
            <a:off x="952500" y="5948052"/>
            <a:ext cx="104775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}</a:t>
            </a:r>
          </a:p>
        </p:txBody>
      </p:sp>
      <p:sp>
        <p:nvSpPr>
          <p:cNvPr id="2000" name="S2000"/>
          <p:cNvSpPr/>
          <p:nvPr/>
        </p:nvSpPr>
        <p:spPr>
          <a:xfrm>
            <a:off x="381000" y="6399424"/>
            <a:ext cx="11049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b="1" dirty="0">
                <a:solidFill>
                  <a:srgbClr val="264653"/>
                </a:solidFill>
              </a:rPr>
              <a:t>💡  Sempre que o filtro for de ordem ≥ 3, divida em biquads SOS — evita problemas numéricos com coeficientes diretos de alta ordem</a:t>
            </a:r>
          </a:p>
        </p:txBody>
      </p:sp>
    </p:spTree>
    <p:extLst>
      <p:ext uri="{BB962C8B-B14F-4D97-AF65-F5344CB8AC3E}">
        <p14:creationId xmlns:p14="http://schemas.microsoft.com/office/powerpoint/2010/main" val="39878084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200" b="1" dirty="0">
                <a:solidFill>
                  <a:srgbClr val="1A2332"/>
                </a:solidFill>
              </a:rPr>
              <a:t>4 filtros, 4 respostas — comparativo Biquad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mesma estrutura DF2T, coeficientes diferentes — fc = 1 kHz, fs = 8 kHz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101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762000" y="1752600"/>
            <a:ext cx="5207000" cy="2057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2" name="S202"/>
          <p:cNvSpPr/>
          <p:nvPr/>
        </p:nvSpPr>
        <p:spPr>
          <a:xfrm>
            <a:off x="952500" y="18796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E63946"/>
                </a:solidFill>
              </a:rPr>
              <a:t>LPF — Low-Pass</a:t>
            </a:r>
          </a:p>
        </p:txBody>
      </p:sp>
      <p:sp>
        <p:nvSpPr>
          <p:cNvPr id="203" name="S203"/>
          <p:cNvSpPr/>
          <p:nvPr/>
        </p:nvSpPr>
        <p:spPr>
          <a:xfrm>
            <a:off x="952500" y="2222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dsps_biquad_gen_lpf_f32</a:t>
            </a:r>
          </a:p>
        </p:txBody>
      </p:sp>
      <p:sp>
        <p:nvSpPr>
          <p:cNvPr id="204" name="S204"/>
          <p:cNvSpPr/>
          <p:nvPr/>
        </p:nvSpPr>
        <p:spPr>
          <a:xfrm>
            <a:off x="952500" y="25654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57D"/>
                </a:solidFill>
              </a:rPr>
              <a:t>passa graves, atenua agudos</a:t>
            </a:r>
          </a:p>
        </p:txBody>
      </p:sp>
      <p:sp>
        <p:nvSpPr>
          <p:cNvPr id="205" name="S205"/>
          <p:cNvSpPr/>
          <p:nvPr/>
        </p:nvSpPr>
        <p:spPr>
          <a:xfrm>
            <a:off x="952500" y="2921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E63946"/>
                </a:solidFill>
                <a:latin typeface="Consolas"/>
              </a:rPr>
              <a:t>████▆▄▂      </a:t>
            </a:r>
          </a:p>
        </p:txBody>
      </p:sp>
      <p:sp>
        <p:nvSpPr>
          <p:cNvPr id="206" name="S206"/>
          <p:cNvSpPr/>
          <p:nvPr/>
        </p:nvSpPr>
        <p:spPr>
          <a:xfrm>
            <a:off x="952500" y="3365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|H(f)|  vs  frequência →</a:t>
            </a:r>
          </a:p>
        </p:txBody>
      </p:sp>
      <p:sp>
        <p:nvSpPr>
          <p:cNvPr id="230" name="S230"/>
          <p:cNvSpPr/>
          <p:nvPr/>
        </p:nvSpPr>
        <p:spPr>
          <a:xfrm>
            <a:off x="6096000" y="1651000"/>
            <a:ext cx="52070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1" name="S231"/>
          <p:cNvSpPr/>
          <p:nvPr/>
        </p:nvSpPr>
        <p:spPr>
          <a:xfrm>
            <a:off x="6096000" y="1752600"/>
            <a:ext cx="5207000" cy="2057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32" name="S232"/>
          <p:cNvSpPr/>
          <p:nvPr/>
        </p:nvSpPr>
        <p:spPr>
          <a:xfrm>
            <a:off x="6286500" y="18796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F4A261"/>
                </a:solidFill>
              </a:rPr>
              <a:t>HPF — High-Pass</a:t>
            </a:r>
          </a:p>
        </p:txBody>
      </p:sp>
      <p:sp>
        <p:nvSpPr>
          <p:cNvPr id="233" name="S233"/>
          <p:cNvSpPr/>
          <p:nvPr/>
        </p:nvSpPr>
        <p:spPr>
          <a:xfrm>
            <a:off x="6286500" y="2222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dsps_biquad_gen_hpf_f32</a:t>
            </a:r>
          </a:p>
        </p:txBody>
      </p:sp>
      <p:sp>
        <p:nvSpPr>
          <p:cNvPr id="234" name="S234"/>
          <p:cNvSpPr/>
          <p:nvPr/>
        </p:nvSpPr>
        <p:spPr>
          <a:xfrm>
            <a:off x="6286500" y="25654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57D"/>
                </a:solidFill>
              </a:rPr>
              <a:t>passa agudos, atenua graves</a:t>
            </a:r>
          </a:p>
        </p:txBody>
      </p:sp>
      <p:sp>
        <p:nvSpPr>
          <p:cNvPr id="235" name="S235"/>
          <p:cNvSpPr/>
          <p:nvPr/>
        </p:nvSpPr>
        <p:spPr>
          <a:xfrm>
            <a:off x="6286500" y="2921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F4A261"/>
                </a:solidFill>
                <a:latin typeface="Consolas"/>
              </a:rPr>
              <a:t>      ▂▄▆████</a:t>
            </a:r>
          </a:p>
        </p:txBody>
      </p:sp>
      <p:sp>
        <p:nvSpPr>
          <p:cNvPr id="236" name="S236"/>
          <p:cNvSpPr/>
          <p:nvPr/>
        </p:nvSpPr>
        <p:spPr>
          <a:xfrm>
            <a:off x="6286500" y="3365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|H(f)|  vs  frequência →</a:t>
            </a:r>
          </a:p>
        </p:txBody>
      </p:sp>
      <p:sp>
        <p:nvSpPr>
          <p:cNvPr id="260" name="S260"/>
          <p:cNvSpPr/>
          <p:nvPr/>
        </p:nvSpPr>
        <p:spPr>
          <a:xfrm>
            <a:off x="762000" y="3937000"/>
            <a:ext cx="5207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61" name="S261"/>
          <p:cNvSpPr/>
          <p:nvPr/>
        </p:nvSpPr>
        <p:spPr>
          <a:xfrm>
            <a:off x="762000" y="4038600"/>
            <a:ext cx="5207000" cy="2057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62" name="S262"/>
          <p:cNvSpPr/>
          <p:nvPr/>
        </p:nvSpPr>
        <p:spPr>
          <a:xfrm>
            <a:off x="952500" y="41656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A9D8F"/>
                </a:solidFill>
              </a:rPr>
              <a:t>BPF — Band-Pass</a:t>
            </a:r>
          </a:p>
        </p:txBody>
      </p:sp>
      <p:sp>
        <p:nvSpPr>
          <p:cNvPr id="263" name="S263"/>
          <p:cNvSpPr/>
          <p:nvPr/>
        </p:nvSpPr>
        <p:spPr>
          <a:xfrm>
            <a:off x="952500" y="4508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dsps_biquad_gen_bpf_f32</a:t>
            </a:r>
          </a:p>
        </p:txBody>
      </p:sp>
      <p:sp>
        <p:nvSpPr>
          <p:cNvPr id="264" name="S264"/>
          <p:cNvSpPr/>
          <p:nvPr/>
        </p:nvSpPr>
        <p:spPr>
          <a:xfrm>
            <a:off x="952500" y="48514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57D"/>
                </a:solidFill>
              </a:rPr>
              <a:t>passa só uma faixa</a:t>
            </a:r>
          </a:p>
        </p:txBody>
      </p:sp>
      <p:sp>
        <p:nvSpPr>
          <p:cNvPr id="265" name="S265"/>
          <p:cNvSpPr/>
          <p:nvPr/>
        </p:nvSpPr>
        <p:spPr>
          <a:xfrm>
            <a:off x="952500" y="5207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2A9D8F"/>
                </a:solidFill>
                <a:latin typeface="Consolas"/>
              </a:rPr>
              <a:t>  ▂▄██▄▂     </a:t>
            </a:r>
          </a:p>
        </p:txBody>
      </p:sp>
      <p:sp>
        <p:nvSpPr>
          <p:cNvPr id="266" name="S266"/>
          <p:cNvSpPr/>
          <p:nvPr/>
        </p:nvSpPr>
        <p:spPr>
          <a:xfrm>
            <a:off x="952500" y="5651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|H(f)|  vs  frequência →</a:t>
            </a:r>
          </a:p>
        </p:txBody>
      </p:sp>
      <p:sp>
        <p:nvSpPr>
          <p:cNvPr id="290" name="S290"/>
          <p:cNvSpPr/>
          <p:nvPr/>
        </p:nvSpPr>
        <p:spPr>
          <a:xfrm>
            <a:off x="6096000" y="3937000"/>
            <a:ext cx="5207000" cy="1016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91" name="S291"/>
          <p:cNvSpPr/>
          <p:nvPr/>
        </p:nvSpPr>
        <p:spPr>
          <a:xfrm>
            <a:off x="6096000" y="4038600"/>
            <a:ext cx="5207000" cy="2057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92" name="S292"/>
          <p:cNvSpPr/>
          <p:nvPr/>
        </p:nvSpPr>
        <p:spPr>
          <a:xfrm>
            <a:off x="6286500" y="41656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64653"/>
                </a:solidFill>
              </a:rPr>
              <a:t>Notch — rejeita</a:t>
            </a:r>
          </a:p>
        </p:txBody>
      </p:sp>
      <p:sp>
        <p:nvSpPr>
          <p:cNvPr id="293" name="S293"/>
          <p:cNvSpPr/>
          <p:nvPr/>
        </p:nvSpPr>
        <p:spPr>
          <a:xfrm>
            <a:off x="6286500" y="4508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dsps_biquad_gen_notch_f32</a:t>
            </a:r>
          </a:p>
        </p:txBody>
      </p:sp>
      <p:sp>
        <p:nvSpPr>
          <p:cNvPr id="294" name="S294"/>
          <p:cNvSpPr/>
          <p:nvPr/>
        </p:nvSpPr>
        <p:spPr>
          <a:xfrm>
            <a:off x="6286500" y="48514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57D"/>
                </a:solidFill>
              </a:rPr>
              <a:t>corta uma frequência (60 Hz)</a:t>
            </a:r>
          </a:p>
        </p:txBody>
      </p:sp>
      <p:sp>
        <p:nvSpPr>
          <p:cNvPr id="295" name="S295"/>
          <p:cNvSpPr/>
          <p:nvPr/>
        </p:nvSpPr>
        <p:spPr>
          <a:xfrm>
            <a:off x="6286500" y="5207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264653"/>
                </a:solidFill>
                <a:latin typeface="Consolas"/>
              </a:rPr>
              <a:t>████▂  ▂████</a:t>
            </a:r>
          </a:p>
        </p:txBody>
      </p:sp>
      <p:sp>
        <p:nvSpPr>
          <p:cNvPr id="296" name="S296"/>
          <p:cNvSpPr/>
          <p:nvPr/>
        </p:nvSpPr>
        <p:spPr>
          <a:xfrm>
            <a:off x="6286500" y="5651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|H(f)|  vs  frequência →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63500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💡  Mude o gerador, mude o filtro — a chamada dsps_biquad_f32_ae32() é sempre a mesma.</a:t>
            </a:r>
          </a:p>
        </p:txBody>
      </p:sp>
    </p:spTree>
    <p:extLst>
      <p:ext uri="{BB962C8B-B14F-4D97-AF65-F5344CB8AC3E}">
        <p14:creationId xmlns:p14="http://schemas.microsoft.com/office/powerpoint/2010/main" val="31407365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1" name="S101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0" name="S200"/>
          <p:cNvSpPr/>
          <p:nvPr/>
        </p:nvSpPr>
        <p:spPr>
          <a:xfrm>
            <a:off x="1016000" y="1651000"/>
            <a:ext cx="3556000" cy="25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8000" b="1" dirty="0">
                <a:solidFill>
                  <a:srgbClr val="E63946"/>
                </a:solidFill>
                <a:latin typeface="Aptos Display"/>
              </a:rPr>
              <a:t>05</a:t>
            </a:r>
          </a:p>
        </p:txBody>
      </p:sp>
      <p:sp>
        <p:nvSpPr>
          <p:cNvPr id="300" name="S300"/>
          <p:cNvSpPr/>
          <p:nvPr/>
        </p:nvSpPr>
        <p:spPr>
          <a:xfrm>
            <a:off x="4826000" y="2032000"/>
            <a:ext cx="66040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7200" b="1" dirty="0">
                <a:solidFill>
                  <a:srgbClr val="FAFAF7"/>
                </a:solidFill>
                <a:latin typeface="Aptos Display"/>
              </a:rPr>
              <a:t>FFT</a:t>
            </a:r>
          </a:p>
        </p:txBody>
      </p:sp>
      <p:sp>
        <p:nvSpPr>
          <p:cNvPr id="301" name="S301"/>
          <p:cNvSpPr/>
          <p:nvPr/>
        </p:nvSpPr>
        <p:spPr>
          <a:xfrm>
            <a:off x="4826000" y="3175000"/>
            <a:ext cx="6604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400" dirty="0">
                <a:solidFill>
                  <a:srgbClr val="F4A261"/>
                </a:solidFill>
              </a:rPr>
              <a:t>Fast Fourier Transform</a:t>
            </a:r>
          </a:p>
        </p:txBody>
      </p:sp>
      <p:sp>
        <p:nvSpPr>
          <p:cNvPr id="400" name="S400"/>
          <p:cNvSpPr/>
          <p:nvPr/>
        </p:nvSpPr>
        <p:spPr>
          <a:xfrm>
            <a:off x="4826000" y="3810000"/>
            <a:ext cx="6604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dirty="0">
                <a:solidFill>
                  <a:srgbClr val="E5E5E0"/>
                </a:solidFill>
              </a:rPr>
              <a:t>do tempo → frequência em microssegundos</a:t>
            </a:r>
          </a:p>
        </p:txBody>
      </p:sp>
      <p:sp>
        <p:nvSpPr>
          <p:cNvPr id="500" name="S500"/>
          <p:cNvSpPr/>
          <p:nvPr/>
        </p:nvSpPr>
        <p:spPr>
          <a:xfrm>
            <a:off x="1016000" y="5207000"/>
            <a:ext cx="10160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6C7A89"/>
                </a:solidFill>
                <a:latin typeface="Consolas"/>
              </a:rPr>
              <a:t>dsps_fft2r_fc32() · radix-2 · in-place · butterfly otimizado em assembly</a:t>
            </a:r>
          </a:p>
        </p:txBody>
      </p:sp>
      <p:sp>
        <p:nvSpPr>
          <p:cNvPr id="600" name="S600"/>
          <p:cNvSpPr/>
          <p:nvPr/>
        </p:nvSpPr>
        <p:spPr>
          <a:xfrm>
            <a:off x="1016000" y="5969000"/>
            <a:ext cx="30480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1" name="S601"/>
          <p:cNvSpPr/>
          <p:nvPr/>
        </p:nvSpPr>
        <p:spPr>
          <a:xfrm>
            <a:off x="1422400" y="5969000"/>
            <a:ext cx="3048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2" name="S602"/>
          <p:cNvSpPr/>
          <p:nvPr/>
        </p:nvSpPr>
        <p:spPr>
          <a:xfrm>
            <a:off x="1828800" y="5969000"/>
            <a:ext cx="304800" cy="114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3" name="S603"/>
          <p:cNvSpPr/>
          <p:nvPr/>
        </p:nvSpPr>
        <p:spPr>
          <a:xfrm>
            <a:off x="2235200" y="5969000"/>
            <a:ext cx="304800" cy="292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4" name="S604"/>
          <p:cNvSpPr/>
          <p:nvPr/>
        </p:nvSpPr>
        <p:spPr>
          <a:xfrm>
            <a:off x="2641600" y="5969000"/>
            <a:ext cx="304800" cy="50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5" name="S605"/>
          <p:cNvSpPr/>
          <p:nvPr/>
        </p:nvSpPr>
        <p:spPr>
          <a:xfrm>
            <a:off x="3048000" y="5969000"/>
            <a:ext cx="304800" cy="381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6" name="S606"/>
          <p:cNvSpPr/>
          <p:nvPr/>
        </p:nvSpPr>
        <p:spPr>
          <a:xfrm>
            <a:off x="3454400" y="5969000"/>
            <a:ext cx="304800" cy="228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7" name="S607"/>
          <p:cNvSpPr/>
          <p:nvPr/>
        </p:nvSpPr>
        <p:spPr>
          <a:xfrm>
            <a:off x="3860800" y="5969000"/>
            <a:ext cx="304800" cy="762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8" name="S608"/>
          <p:cNvSpPr/>
          <p:nvPr/>
        </p:nvSpPr>
        <p:spPr>
          <a:xfrm>
            <a:off x="4267200" y="5969000"/>
            <a:ext cx="304800" cy="558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9" name="S609"/>
          <p:cNvSpPr/>
          <p:nvPr/>
        </p:nvSpPr>
        <p:spPr>
          <a:xfrm>
            <a:off x="4673600" y="5969000"/>
            <a:ext cx="304800" cy="355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10" name="S610"/>
          <p:cNvSpPr/>
          <p:nvPr/>
        </p:nvSpPr>
        <p:spPr>
          <a:xfrm>
            <a:off x="5080000" y="5969000"/>
            <a:ext cx="304800" cy="190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11" name="S611"/>
          <p:cNvSpPr/>
          <p:nvPr/>
        </p:nvSpPr>
        <p:spPr>
          <a:xfrm>
            <a:off x="5486400" y="5969000"/>
            <a:ext cx="304800" cy="139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12" name="S612"/>
          <p:cNvSpPr/>
          <p:nvPr/>
        </p:nvSpPr>
        <p:spPr>
          <a:xfrm>
            <a:off x="5892800" y="5969000"/>
            <a:ext cx="3048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13" name="S613"/>
          <p:cNvSpPr/>
          <p:nvPr/>
        </p:nvSpPr>
        <p:spPr>
          <a:xfrm>
            <a:off x="6299200" y="5969000"/>
            <a:ext cx="304800" cy="63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14" name="S614"/>
          <p:cNvSpPr/>
          <p:nvPr/>
        </p:nvSpPr>
        <p:spPr>
          <a:xfrm>
            <a:off x="6705600" y="5969000"/>
            <a:ext cx="304800" cy="50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15" name="S615"/>
          <p:cNvSpPr/>
          <p:nvPr/>
        </p:nvSpPr>
        <p:spPr>
          <a:xfrm>
            <a:off x="7112000" y="5969000"/>
            <a:ext cx="30480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46924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400" b="1" dirty="0">
                <a:solidFill>
                  <a:srgbClr val="1A2332"/>
                </a:solidFill>
              </a:rPr>
              <a:t>FFT — tempo ⇄ frequência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a equação que tudo faz e a complexidade que a esp-dsp resolve por você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10668000" cy="1143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1016000" y="1841500"/>
            <a:ext cx="10160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6C7A89"/>
                </a:solidFill>
              </a:rPr>
              <a:t>DFT — Discrete Fourier Transform</a:t>
            </a:r>
          </a:p>
        </p:txBody>
      </p:sp>
      <p:sp>
        <p:nvSpPr>
          <p:cNvPr id="202" name="S202"/>
          <p:cNvSpPr/>
          <p:nvPr/>
        </p:nvSpPr>
        <p:spPr>
          <a:xfrm>
            <a:off x="1016000" y="2197100"/>
            <a:ext cx="10160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400" b="1" dirty="0">
                <a:solidFill>
                  <a:srgbClr val="E9C46A"/>
                </a:solidFill>
                <a:latin typeface="Consolas"/>
              </a:rPr>
              <a:t>X[k] = Σ x[n] · e^(−j2πkn/N)        n = 0..N−1</a:t>
            </a:r>
          </a:p>
        </p:txBody>
      </p:sp>
      <p:sp>
        <p:nvSpPr>
          <p:cNvPr id="300" name="S300"/>
          <p:cNvSpPr/>
          <p:nvPr/>
        </p:nvSpPr>
        <p:spPr>
          <a:xfrm>
            <a:off x="762000" y="3048000"/>
            <a:ext cx="3556000" cy="25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01" name="S301"/>
          <p:cNvSpPr/>
          <p:nvPr/>
        </p:nvSpPr>
        <p:spPr>
          <a:xfrm>
            <a:off x="952500" y="32004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E63946"/>
                </a:solidFill>
              </a:rPr>
              <a:t>Domínio do tempo  x[n]</a:t>
            </a:r>
          </a:p>
        </p:txBody>
      </p:sp>
      <p:sp>
        <p:nvSpPr>
          <p:cNvPr id="302" name="S302"/>
          <p:cNvSpPr/>
          <p:nvPr/>
        </p:nvSpPr>
        <p:spPr>
          <a:xfrm>
            <a:off x="952500" y="3556000"/>
            <a:ext cx="3175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800" dirty="0">
                <a:solidFill>
                  <a:srgbClr val="E63946"/>
                </a:solidFill>
                <a:latin typeface="Consolas"/>
              </a:rPr>
              <a:t>  ▆▇█▇▆▄▂▁▂▄▆▇█▇▆▄▂▁▂▄▆</a:t>
            </a:r>
          </a:p>
        </p:txBody>
      </p:sp>
      <p:sp>
        <p:nvSpPr>
          <p:cNvPr id="303" name="S303"/>
          <p:cNvSpPr/>
          <p:nvPr/>
        </p:nvSpPr>
        <p:spPr>
          <a:xfrm>
            <a:off x="952500" y="40640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N amostras reais</a:t>
            </a:r>
          </a:p>
        </p:txBody>
      </p:sp>
      <p:sp>
        <p:nvSpPr>
          <p:cNvPr id="304" name="S304"/>
          <p:cNvSpPr/>
          <p:nvPr/>
        </p:nvSpPr>
        <p:spPr>
          <a:xfrm>
            <a:off x="952500" y="44450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float x[1024];</a:t>
            </a:r>
          </a:p>
        </p:txBody>
      </p:sp>
      <p:sp>
        <p:nvSpPr>
          <p:cNvPr id="305" name="S305"/>
          <p:cNvSpPr/>
          <p:nvPr/>
        </p:nvSpPr>
        <p:spPr>
          <a:xfrm>
            <a:off x="952500" y="4826000"/>
            <a:ext cx="3175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⏱ taxa: 8 kHz</a:t>
            </a:r>
          </a:p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⏱ duração: 128 ms</a:t>
            </a:r>
          </a:p>
        </p:txBody>
      </p:sp>
      <p:sp>
        <p:nvSpPr>
          <p:cNvPr id="400" name="S400"/>
          <p:cNvSpPr/>
          <p:nvPr/>
        </p:nvSpPr>
        <p:spPr>
          <a:xfrm>
            <a:off x="4445000" y="4064000"/>
            <a:ext cx="762000" cy="508000"/>
          </a:xfrm>
          <a:prstGeom prst="rightArrow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01" name="S401"/>
          <p:cNvSpPr/>
          <p:nvPr/>
        </p:nvSpPr>
        <p:spPr>
          <a:xfrm>
            <a:off x="4381500" y="3683000"/>
            <a:ext cx="889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000" b="1" dirty="0">
                <a:solidFill>
                  <a:srgbClr val="F4A261"/>
                </a:solidFill>
              </a:rPr>
              <a:t>FFT</a:t>
            </a:r>
          </a:p>
        </p:txBody>
      </p:sp>
      <p:sp>
        <p:nvSpPr>
          <p:cNvPr id="500" name="S500"/>
          <p:cNvSpPr/>
          <p:nvPr/>
        </p:nvSpPr>
        <p:spPr>
          <a:xfrm>
            <a:off x="5334000" y="3048000"/>
            <a:ext cx="3556000" cy="25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5524500" y="32004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A9D8F"/>
                </a:solidFill>
              </a:rPr>
              <a:t>Domínio da frequência |X[k]|</a:t>
            </a:r>
          </a:p>
        </p:txBody>
      </p:sp>
      <p:sp>
        <p:nvSpPr>
          <p:cNvPr id="510" name="S510"/>
          <p:cNvSpPr/>
          <p:nvPr/>
        </p:nvSpPr>
        <p:spPr>
          <a:xfrm>
            <a:off x="5524500" y="4038600"/>
            <a:ext cx="2032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1" name="S511"/>
          <p:cNvSpPr/>
          <p:nvPr/>
        </p:nvSpPr>
        <p:spPr>
          <a:xfrm>
            <a:off x="5778500" y="4013200"/>
            <a:ext cx="203200" cy="50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2" name="S512"/>
          <p:cNvSpPr/>
          <p:nvPr/>
        </p:nvSpPr>
        <p:spPr>
          <a:xfrm>
            <a:off x="6032500" y="3987800"/>
            <a:ext cx="20320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3" name="S513"/>
          <p:cNvSpPr/>
          <p:nvPr/>
        </p:nvSpPr>
        <p:spPr>
          <a:xfrm>
            <a:off x="6286500" y="3886200"/>
            <a:ext cx="2032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4" name="S514"/>
          <p:cNvSpPr/>
          <p:nvPr/>
        </p:nvSpPr>
        <p:spPr>
          <a:xfrm>
            <a:off x="6540500" y="3467100"/>
            <a:ext cx="203200" cy="609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5" name="S515"/>
          <p:cNvSpPr/>
          <p:nvPr/>
        </p:nvSpPr>
        <p:spPr>
          <a:xfrm>
            <a:off x="6794500" y="3949700"/>
            <a:ext cx="203200" cy="114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6" name="S516"/>
          <p:cNvSpPr/>
          <p:nvPr/>
        </p:nvSpPr>
        <p:spPr>
          <a:xfrm>
            <a:off x="7048500" y="4013200"/>
            <a:ext cx="203200" cy="50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7" name="S517"/>
          <p:cNvSpPr/>
          <p:nvPr/>
        </p:nvSpPr>
        <p:spPr>
          <a:xfrm>
            <a:off x="7302500" y="4038600"/>
            <a:ext cx="2032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8" name="S518"/>
          <p:cNvSpPr/>
          <p:nvPr/>
        </p:nvSpPr>
        <p:spPr>
          <a:xfrm>
            <a:off x="7556500" y="4051300"/>
            <a:ext cx="2032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9" name="S519"/>
          <p:cNvSpPr/>
          <p:nvPr/>
        </p:nvSpPr>
        <p:spPr>
          <a:xfrm>
            <a:off x="7810500" y="4051300"/>
            <a:ext cx="203200" cy="12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0" name="S520"/>
          <p:cNvSpPr/>
          <p:nvPr/>
        </p:nvSpPr>
        <p:spPr>
          <a:xfrm>
            <a:off x="8064500" y="4051300"/>
            <a:ext cx="203200" cy="12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1" name="S521"/>
          <p:cNvSpPr/>
          <p:nvPr/>
        </p:nvSpPr>
        <p:spPr>
          <a:xfrm>
            <a:off x="8318500" y="4064000"/>
            <a:ext cx="203200" cy="12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0" name="S530"/>
          <p:cNvSpPr/>
          <p:nvPr/>
        </p:nvSpPr>
        <p:spPr>
          <a:xfrm>
            <a:off x="5524500" y="4089400"/>
            <a:ext cx="3175000" cy="127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1" name="S531"/>
          <p:cNvSpPr/>
          <p:nvPr/>
        </p:nvSpPr>
        <p:spPr>
          <a:xfrm>
            <a:off x="5524500" y="41910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N/2 bins úteis</a:t>
            </a:r>
          </a:p>
        </p:txBody>
      </p:sp>
      <p:sp>
        <p:nvSpPr>
          <p:cNvPr id="532" name="S532"/>
          <p:cNvSpPr/>
          <p:nvPr/>
        </p:nvSpPr>
        <p:spPr>
          <a:xfrm>
            <a:off x="5524500" y="45720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Δf = fs/N = 7.8 Hz/bin</a:t>
            </a:r>
          </a:p>
        </p:txBody>
      </p:sp>
      <p:sp>
        <p:nvSpPr>
          <p:cNvPr id="533" name="S533"/>
          <p:cNvSpPr/>
          <p:nvPr/>
        </p:nvSpPr>
        <p:spPr>
          <a:xfrm>
            <a:off x="5524500" y="49530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63946"/>
                </a:solidFill>
                <a:latin typeface="Consolas"/>
              </a:rPr>
              <a:t>max bin: pico em 250 Hz</a:t>
            </a:r>
          </a:p>
        </p:txBody>
      </p:sp>
      <p:sp>
        <p:nvSpPr>
          <p:cNvPr id="700" name="S700"/>
          <p:cNvSpPr/>
          <p:nvPr/>
        </p:nvSpPr>
        <p:spPr>
          <a:xfrm>
            <a:off x="9144000" y="3048000"/>
            <a:ext cx="2286000" cy="25400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01" name="S701"/>
          <p:cNvSpPr/>
          <p:nvPr/>
        </p:nvSpPr>
        <p:spPr>
          <a:xfrm>
            <a:off x="9334500" y="32385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Complexidade</a:t>
            </a:r>
          </a:p>
        </p:txBody>
      </p:sp>
      <p:sp>
        <p:nvSpPr>
          <p:cNvPr id="702" name="S702"/>
          <p:cNvSpPr/>
          <p:nvPr/>
        </p:nvSpPr>
        <p:spPr>
          <a:xfrm>
            <a:off x="9334500" y="36195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6C757D"/>
                </a:solidFill>
              </a:rPr>
              <a:t>DFT</a:t>
            </a:r>
          </a:p>
          <a:p>
            <a:pPr algn="l">
              <a:buNone/>
            </a:pPr>
            <a:r>
              <a:rPr lang="pt-BR" sz="2200" b="1" dirty="0">
                <a:solidFill>
                  <a:srgbClr val="E63946"/>
                </a:solidFill>
                <a:latin typeface="Consolas"/>
              </a:rPr>
              <a:t>O(N²)</a:t>
            </a:r>
          </a:p>
        </p:txBody>
      </p:sp>
      <p:sp>
        <p:nvSpPr>
          <p:cNvPr id="703" name="S703"/>
          <p:cNvSpPr/>
          <p:nvPr/>
        </p:nvSpPr>
        <p:spPr>
          <a:xfrm>
            <a:off x="9334500" y="43180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6C757D"/>
                </a:solidFill>
              </a:rPr>
              <a:t>FFT</a:t>
            </a:r>
          </a:p>
          <a:p>
            <a:pPr algn="l">
              <a:buNone/>
            </a:pPr>
            <a:r>
              <a:rPr lang="pt-BR" sz="2200" b="1" dirty="0">
                <a:solidFill>
                  <a:srgbClr val="2A9D8F"/>
                </a:solidFill>
                <a:latin typeface="Consolas"/>
              </a:rPr>
              <a:t>O(N·log N)</a:t>
            </a:r>
          </a:p>
        </p:txBody>
      </p:sp>
      <p:sp>
        <p:nvSpPr>
          <p:cNvPr id="704" name="S704"/>
          <p:cNvSpPr/>
          <p:nvPr/>
        </p:nvSpPr>
        <p:spPr>
          <a:xfrm>
            <a:off x="9334500" y="5080000"/>
            <a:ext cx="1905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b="1" dirty="0">
                <a:solidFill>
                  <a:srgbClr val="264653"/>
                </a:solidFill>
                <a:latin typeface="Consolas"/>
              </a:rPr>
              <a:t>N=1024 → 100×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5969000"/>
            <a:ext cx="10668000" cy="635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952500" y="6121400"/>
            <a:ext cx="10287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E5E5E0"/>
                </a:solidFill>
              </a:rPr>
              <a:t>⚙  esp-dsp implementa FFT radix-2 in-place: o vetor de entrada é sobrescrito pelo resultado complexo.</a:t>
            </a:r>
          </a:p>
        </p:txBody>
      </p:sp>
    </p:spTree>
    <p:extLst>
      <p:ext uri="{BB962C8B-B14F-4D97-AF65-F5344CB8AC3E}">
        <p14:creationId xmlns:p14="http://schemas.microsoft.com/office/powerpoint/2010/main" val="1115207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400" b="1" dirty="0">
                <a:solidFill>
                  <a:srgbClr val="1A2332"/>
                </a:solidFill>
              </a:rPr>
              <a:t>FFT em 5 passos com esp-dsp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do buffer de áudio até o vetor de magnitudes</a:t>
            </a:r>
          </a:p>
        </p:txBody>
      </p:sp>
      <p:sp>
        <p:nvSpPr>
          <p:cNvPr id="330" name="S330"/>
          <p:cNvSpPr/>
          <p:nvPr/>
        </p:nvSpPr>
        <p:spPr>
          <a:xfrm>
            <a:off x="762000" y="1651000"/>
            <a:ext cx="762000" cy="76200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8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31" name="S331"/>
          <p:cNvSpPr/>
          <p:nvPr/>
        </p:nvSpPr>
        <p:spPr>
          <a:xfrm>
            <a:off x="1651000" y="17145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E63946"/>
                </a:solidFill>
              </a:rPr>
              <a:t>INIT</a:t>
            </a:r>
          </a:p>
        </p:txBody>
      </p:sp>
      <p:sp>
        <p:nvSpPr>
          <p:cNvPr id="332" name="S332"/>
          <p:cNvSpPr/>
          <p:nvPr/>
        </p:nvSpPr>
        <p:spPr>
          <a:xfrm>
            <a:off x="1651000" y="20320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</a:rPr>
              <a:t>calcula tabela de twiddle factors uma vez</a:t>
            </a:r>
          </a:p>
        </p:txBody>
      </p:sp>
      <p:sp>
        <p:nvSpPr>
          <p:cNvPr id="333" name="S333"/>
          <p:cNvSpPr/>
          <p:nvPr/>
        </p:nvSpPr>
        <p:spPr>
          <a:xfrm>
            <a:off x="5207000" y="1714500"/>
            <a:ext cx="6223000" cy="635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dsps_fft2r_init_fc32(NULL, N);</a:t>
            </a:r>
          </a:p>
        </p:txBody>
      </p:sp>
      <p:sp>
        <p:nvSpPr>
          <p:cNvPr id="408" name="S408"/>
          <p:cNvSpPr/>
          <p:nvPr/>
        </p:nvSpPr>
        <p:spPr>
          <a:xfrm>
            <a:off x="762000" y="2641600"/>
            <a:ext cx="762000" cy="76200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09" name="S409"/>
          <p:cNvSpPr/>
          <p:nvPr/>
        </p:nvSpPr>
        <p:spPr>
          <a:xfrm>
            <a:off x="1651000" y="27051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F4A261"/>
                </a:solidFill>
              </a:rPr>
              <a:t>PACK</a:t>
            </a:r>
          </a:p>
        </p:txBody>
      </p:sp>
      <p:sp>
        <p:nvSpPr>
          <p:cNvPr id="410" name="S410"/>
          <p:cNvSpPr/>
          <p:nvPr/>
        </p:nvSpPr>
        <p:spPr>
          <a:xfrm>
            <a:off x="1651000" y="30226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</a:rPr>
              <a:t>empacota real → complex (parte imag = 0)</a:t>
            </a:r>
          </a:p>
        </p:txBody>
      </p:sp>
      <p:sp>
        <p:nvSpPr>
          <p:cNvPr id="411" name="S411"/>
          <p:cNvSpPr/>
          <p:nvPr/>
        </p:nvSpPr>
        <p:spPr>
          <a:xfrm>
            <a:off x="5207000" y="2705100"/>
            <a:ext cx="6223000" cy="635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// y[2k]=x[k], y[2k+1]=0</a:t>
            </a:r>
          </a:p>
        </p:txBody>
      </p:sp>
      <p:sp>
        <p:nvSpPr>
          <p:cNvPr id="486" name="S486"/>
          <p:cNvSpPr/>
          <p:nvPr/>
        </p:nvSpPr>
        <p:spPr>
          <a:xfrm>
            <a:off x="762000" y="3632200"/>
            <a:ext cx="762000" cy="762000"/>
          </a:xfrm>
          <a:prstGeom prst="ellipse">
            <a:avLst/>
          </a:prstGeom>
          <a:solidFill>
            <a:srgbClr val="E9C46A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8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87" name="S487"/>
          <p:cNvSpPr/>
          <p:nvPr/>
        </p:nvSpPr>
        <p:spPr>
          <a:xfrm>
            <a:off x="1651000" y="36957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E9C46A"/>
                </a:solidFill>
              </a:rPr>
              <a:t>FFT</a:t>
            </a:r>
          </a:p>
        </p:txBody>
      </p:sp>
      <p:sp>
        <p:nvSpPr>
          <p:cNvPr id="488" name="S488"/>
          <p:cNvSpPr/>
          <p:nvPr/>
        </p:nvSpPr>
        <p:spPr>
          <a:xfrm>
            <a:off x="1651000" y="40132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</a:rPr>
              <a:t>radix-2 in-place butterfly otimizado</a:t>
            </a:r>
          </a:p>
        </p:txBody>
      </p:sp>
      <p:sp>
        <p:nvSpPr>
          <p:cNvPr id="489" name="S489"/>
          <p:cNvSpPr/>
          <p:nvPr/>
        </p:nvSpPr>
        <p:spPr>
          <a:xfrm>
            <a:off x="5207000" y="3695700"/>
            <a:ext cx="6223000" cy="635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dsps_fft2r_fc32(y, N);</a:t>
            </a:r>
          </a:p>
        </p:txBody>
      </p:sp>
      <p:sp>
        <p:nvSpPr>
          <p:cNvPr id="564" name="S564"/>
          <p:cNvSpPr/>
          <p:nvPr/>
        </p:nvSpPr>
        <p:spPr>
          <a:xfrm>
            <a:off x="762000" y="4622800"/>
            <a:ext cx="762000" cy="7620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8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565" name="S565"/>
          <p:cNvSpPr/>
          <p:nvPr/>
        </p:nvSpPr>
        <p:spPr>
          <a:xfrm>
            <a:off x="1651000" y="46863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A9D8F"/>
                </a:solidFill>
              </a:rPr>
              <a:t>REORDER</a:t>
            </a:r>
          </a:p>
        </p:txBody>
      </p:sp>
      <p:sp>
        <p:nvSpPr>
          <p:cNvPr id="566" name="S566"/>
          <p:cNvSpPr/>
          <p:nvPr/>
        </p:nvSpPr>
        <p:spPr>
          <a:xfrm>
            <a:off x="1651000" y="50038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</a:rPr>
              <a:t>corrige a ordem bit-reversed</a:t>
            </a:r>
          </a:p>
        </p:txBody>
      </p:sp>
      <p:sp>
        <p:nvSpPr>
          <p:cNvPr id="567" name="S567"/>
          <p:cNvSpPr/>
          <p:nvPr/>
        </p:nvSpPr>
        <p:spPr>
          <a:xfrm>
            <a:off x="5207000" y="4686300"/>
            <a:ext cx="6223000" cy="635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dsps_bit_rev_fc32(y, N);</a:t>
            </a:r>
          </a:p>
        </p:txBody>
      </p:sp>
      <p:sp>
        <p:nvSpPr>
          <p:cNvPr id="642" name="S642"/>
          <p:cNvSpPr/>
          <p:nvPr/>
        </p:nvSpPr>
        <p:spPr>
          <a:xfrm>
            <a:off x="762000" y="5613400"/>
            <a:ext cx="762000" cy="762000"/>
          </a:xfrm>
          <a:prstGeom prst="ellipse">
            <a:avLst/>
          </a:prstGeom>
          <a:solidFill>
            <a:srgbClr val="264653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8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643" name="S643"/>
          <p:cNvSpPr/>
          <p:nvPr/>
        </p:nvSpPr>
        <p:spPr>
          <a:xfrm>
            <a:off x="1651000" y="5676900"/>
            <a:ext cx="1651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64653"/>
                </a:solidFill>
              </a:rPr>
              <a:t>MAG</a:t>
            </a:r>
          </a:p>
        </p:txBody>
      </p:sp>
      <p:sp>
        <p:nvSpPr>
          <p:cNvPr id="644" name="S644"/>
          <p:cNvSpPr/>
          <p:nvPr/>
        </p:nvSpPr>
        <p:spPr>
          <a:xfrm>
            <a:off x="1651000" y="5994400"/>
            <a:ext cx="355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</a:rPr>
              <a:t>|X[k]| = √(Re² + Im²) por bin</a:t>
            </a:r>
          </a:p>
        </p:txBody>
      </p:sp>
      <p:sp>
        <p:nvSpPr>
          <p:cNvPr id="645" name="S645"/>
          <p:cNvSpPr/>
          <p:nvPr/>
        </p:nvSpPr>
        <p:spPr>
          <a:xfrm>
            <a:off x="5207000" y="5676900"/>
            <a:ext cx="6223000" cy="635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dsps_cplx2real_fc32(y, N);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6477000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⚡  N deve ser potência de 2 (256, 512, 1024, 2048...) — radix-2 exige.</a:t>
            </a:r>
          </a:p>
        </p:txBody>
      </p:sp>
    </p:spTree>
    <p:extLst>
      <p:ext uri="{BB962C8B-B14F-4D97-AF65-F5344CB8AC3E}">
        <p14:creationId xmlns:p14="http://schemas.microsoft.com/office/powerpoint/2010/main" val="39899824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200" b="1" dirty="0">
                <a:solidFill>
                  <a:srgbClr val="1A2332"/>
                </a:solidFill>
              </a:rPr>
              <a:t>FFT real — sinal multitom → espectro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3 senoides somadas: 250 Hz + 800 Hz + 1.5 kHz · N=1024 · fs=8 kHz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10668000" cy="3683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1841500"/>
            <a:ext cx="10287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64653"/>
                </a:solidFill>
              </a:rPr>
              <a:t>|X[k]|  •  magnitude do espectro (dB)</a:t>
            </a:r>
          </a:p>
        </p:txBody>
      </p:sp>
      <p:sp>
        <p:nvSpPr>
          <p:cNvPr id="300" name="S300"/>
          <p:cNvSpPr/>
          <p:nvPr/>
        </p:nvSpPr>
        <p:spPr>
          <a:xfrm>
            <a:off x="1016000" y="4749800"/>
            <a:ext cx="127000" cy="330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1" name="S301"/>
          <p:cNvSpPr/>
          <p:nvPr/>
        </p:nvSpPr>
        <p:spPr>
          <a:xfrm>
            <a:off x="1181100" y="4711700"/>
            <a:ext cx="127000" cy="368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2" name="S302"/>
          <p:cNvSpPr/>
          <p:nvPr/>
        </p:nvSpPr>
        <p:spPr>
          <a:xfrm>
            <a:off x="1346200" y="4546600"/>
            <a:ext cx="127000" cy="533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3" name="S303"/>
          <p:cNvSpPr/>
          <p:nvPr/>
        </p:nvSpPr>
        <p:spPr>
          <a:xfrm>
            <a:off x="1511300" y="3492500"/>
            <a:ext cx="127000" cy="1587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4" name="S304"/>
          <p:cNvSpPr/>
          <p:nvPr/>
        </p:nvSpPr>
        <p:spPr>
          <a:xfrm>
            <a:off x="1676400" y="2540000"/>
            <a:ext cx="127000" cy="2540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5" name="S305"/>
          <p:cNvSpPr/>
          <p:nvPr/>
        </p:nvSpPr>
        <p:spPr>
          <a:xfrm>
            <a:off x="1841500" y="3556000"/>
            <a:ext cx="127000" cy="1524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6" name="S306"/>
          <p:cNvSpPr/>
          <p:nvPr/>
        </p:nvSpPr>
        <p:spPr>
          <a:xfrm>
            <a:off x="2006600" y="4660900"/>
            <a:ext cx="127000" cy="419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7" name="S307"/>
          <p:cNvSpPr/>
          <p:nvPr/>
        </p:nvSpPr>
        <p:spPr>
          <a:xfrm>
            <a:off x="2171700" y="4838700"/>
            <a:ext cx="127000" cy="241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8" name="S308"/>
          <p:cNvSpPr/>
          <p:nvPr/>
        </p:nvSpPr>
        <p:spPr>
          <a:xfrm>
            <a:off x="2336800" y="4826000"/>
            <a:ext cx="127000" cy="254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9" name="S309"/>
          <p:cNvSpPr/>
          <p:nvPr/>
        </p:nvSpPr>
        <p:spPr>
          <a:xfrm>
            <a:off x="2501900" y="4800600"/>
            <a:ext cx="127000" cy="279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0" name="S310"/>
          <p:cNvSpPr/>
          <p:nvPr/>
        </p:nvSpPr>
        <p:spPr>
          <a:xfrm>
            <a:off x="2667000" y="4775200"/>
            <a:ext cx="127000" cy="304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1" name="S311"/>
          <p:cNvSpPr/>
          <p:nvPr/>
        </p:nvSpPr>
        <p:spPr>
          <a:xfrm>
            <a:off x="2832100" y="4635500"/>
            <a:ext cx="127000" cy="444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2" name="S312"/>
          <p:cNvSpPr/>
          <p:nvPr/>
        </p:nvSpPr>
        <p:spPr>
          <a:xfrm>
            <a:off x="2997200" y="3860800"/>
            <a:ext cx="127000" cy="1219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3" name="S313"/>
          <p:cNvSpPr/>
          <p:nvPr/>
        </p:nvSpPr>
        <p:spPr>
          <a:xfrm>
            <a:off x="3162300" y="3022600"/>
            <a:ext cx="127000" cy="2057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4" name="S314"/>
          <p:cNvSpPr/>
          <p:nvPr/>
        </p:nvSpPr>
        <p:spPr>
          <a:xfrm>
            <a:off x="3327400" y="3937000"/>
            <a:ext cx="127000" cy="1143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5" name="S315"/>
          <p:cNvSpPr/>
          <p:nvPr/>
        </p:nvSpPr>
        <p:spPr>
          <a:xfrm>
            <a:off x="3492500" y="4749800"/>
            <a:ext cx="127000" cy="330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6" name="S316"/>
          <p:cNvSpPr/>
          <p:nvPr/>
        </p:nvSpPr>
        <p:spPr>
          <a:xfrm>
            <a:off x="3657600" y="4876800"/>
            <a:ext cx="127000" cy="203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7" name="S317"/>
          <p:cNvSpPr/>
          <p:nvPr/>
        </p:nvSpPr>
        <p:spPr>
          <a:xfrm>
            <a:off x="3822700" y="4864100"/>
            <a:ext cx="127000" cy="215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8" name="S318"/>
          <p:cNvSpPr/>
          <p:nvPr/>
        </p:nvSpPr>
        <p:spPr>
          <a:xfrm>
            <a:off x="3987800" y="4838700"/>
            <a:ext cx="127000" cy="241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9" name="S319"/>
          <p:cNvSpPr/>
          <p:nvPr/>
        </p:nvSpPr>
        <p:spPr>
          <a:xfrm>
            <a:off x="4152900" y="4813300"/>
            <a:ext cx="127000" cy="266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0" name="S320"/>
          <p:cNvSpPr/>
          <p:nvPr/>
        </p:nvSpPr>
        <p:spPr>
          <a:xfrm>
            <a:off x="4318000" y="4800600"/>
            <a:ext cx="127000" cy="279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1" name="S321"/>
          <p:cNvSpPr/>
          <p:nvPr/>
        </p:nvSpPr>
        <p:spPr>
          <a:xfrm>
            <a:off x="4483100" y="4800600"/>
            <a:ext cx="127000" cy="279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2" name="S322"/>
          <p:cNvSpPr/>
          <p:nvPr/>
        </p:nvSpPr>
        <p:spPr>
          <a:xfrm>
            <a:off x="4648200" y="4686300"/>
            <a:ext cx="127000" cy="393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3" name="S323"/>
          <p:cNvSpPr/>
          <p:nvPr/>
        </p:nvSpPr>
        <p:spPr>
          <a:xfrm>
            <a:off x="4813300" y="3771900"/>
            <a:ext cx="127000" cy="130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4" name="S324"/>
          <p:cNvSpPr/>
          <p:nvPr/>
        </p:nvSpPr>
        <p:spPr>
          <a:xfrm>
            <a:off x="4978400" y="2743200"/>
            <a:ext cx="127000" cy="2336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5" name="S325"/>
          <p:cNvSpPr/>
          <p:nvPr/>
        </p:nvSpPr>
        <p:spPr>
          <a:xfrm>
            <a:off x="5143500" y="3810000"/>
            <a:ext cx="127000" cy="1270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6" name="S326"/>
          <p:cNvSpPr/>
          <p:nvPr/>
        </p:nvSpPr>
        <p:spPr>
          <a:xfrm>
            <a:off x="5308600" y="4749800"/>
            <a:ext cx="127000" cy="330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7" name="S327"/>
          <p:cNvSpPr/>
          <p:nvPr/>
        </p:nvSpPr>
        <p:spPr>
          <a:xfrm>
            <a:off x="5473700" y="4864100"/>
            <a:ext cx="127000" cy="215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8" name="S328"/>
          <p:cNvSpPr/>
          <p:nvPr/>
        </p:nvSpPr>
        <p:spPr>
          <a:xfrm>
            <a:off x="5638800" y="4838700"/>
            <a:ext cx="127000" cy="241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9" name="S329"/>
          <p:cNvSpPr/>
          <p:nvPr/>
        </p:nvSpPr>
        <p:spPr>
          <a:xfrm>
            <a:off x="5803900" y="4826000"/>
            <a:ext cx="127000" cy="254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0" name="S330"/>
          <p:cNvSpPr/>
          <p:nvPr/>
        </p:nvSpPr>
        <p:spPr>
          <a:xfrm>
            <a:off x="5969000" y="4838700"/>
            <a:ext cx="127000" cy="241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1" name="S331"/>
          <p:cNvSpPr/>
          <p:nvPr/>
        </p:nvSpPr>
        <p:spPr>
          <a:xfrm>
            <a:off x="6134100" y="4864100"/>
            <a:ext cx="127000" cy="215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2" name="S332"/>
          <p:cNvSpPr/>
          <p:nvPr/>
        </p:nvSpPr>
        <p:spPr>
          <a:xfrm>
            <a:off x="6299200" y="4902200"/>
            <a:ext cx="1270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3" name="S333"/>
          <p:cNvSpPr/>
          <p:nvPr/>
        </p:nvSpPr>
        <p:spPr>
          <a:xfrm>
            <a:off x="6464300" y="4927600"/>
            <a:ext cx="127000" cy="152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4" name="S334"/>
          <p:cNvSpPr/>
          <p:nvPr/>
        </p:nvSpPr>
        <p:spPr>
          <a:xfrm>
            <a:off x="6629400" y="4940300"/>
            <a:ext cx="127000" cy="139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5" name="S335"/>
          <p:cNvSpPr/>
          <p:nvPr/>
        </p:nvSpPr>
        <p:spPr>
          <a:xfrm>
            <a:off x="6794500" y="4914900"/>
            <a:ext cx="127000" cy="165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6" name="S336"/>
          <p:cNvSpPr/>
          <p:nvPr/>
        </p:nvSpPr>
        <p:spPr>
          <a:xfrm>
            <a:off x="6959600" y="4889500"/>
            <a:ext cx="127000" cy="190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7" name="S337"/>
          <p:cNvSpPr/>
          <p:nvPr/>
        </p:nvSpPr>
        <p:spPr>
          <a:xfrm>
            <a:off x="7124700" y="4864100"/>
            <a:ext cx="127000" cy="215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8" name="S338"/>
          <p:cNvSpPr/>
          <p:nvPr/>
        </p:nvSpPr>
        <p:spPr>
          <a:xfrm>
            <a:off x="7289800" y="4851400"/>
            <a:ext cx="127000" cy="228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9" name="S339"/>
          <p:cNvSpPr/>
          <p:nvPr/>
        </p:nvSpPr>
        <p:spPr>
          <a:xfrm>
            <a:off x="7454900" y="4851400"/>
            <a:ext cx="127000" cy="228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0" name="S340"/>
          <p:cNvSpPr/>
          <p:nvPr/>
        </p:nvSpPr>
        <p:spPr>
          <a:xfrm>
            <a:off x="7620000" y="4889500"/>
            <a:ext cx="127000" cy="190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1" name="S341"/>
          <p:cNvSpPr/>
          <p:nvPr/>
        </p:nvSpPr>
        <p:spPr>
          <a:xfrm>
            <a:off x="7785100" y="4927600"/>
            <a:ext cx="127000" cy="152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2" name="S342"/>
          <p:cNvSpPr/>
          <p:nvPr/>
        </p:nvSpPr>
        <p:spPr>
          <a:xfrm>
            <a:off x="7950200" y="4953000"/>
            <a:ext cx="1270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3" name="S343"/>
          <p:cNvSpPr/>
          <p:nvPr/>
        </p:nvSpPr>
        <p:spPr>
          <a:xfrm>
            <a:off x="8115300" y="4953000"/>
            <a:ext cx="1270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4" name="S344"/>
          <p:cNvSpPr/>
          <p:nvPr/>
        </p:nvSpPr>
        <p:spPr>
          <a:xfrm>
            <a:off x="8280400" y="4940300"/>
            <a:ext cx="127000" cy="139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5" name="S345"/>
          <p:cNvSpPr/>
          <p:nvPr/>
        </p:nvSpPr>
        <p:spPr>
          <a:xfrm>
            <a:off x="8445500" y="4902200"/>
            <a:ext cx="1270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6" name="S346"/>
          <p:cNvSpPr/>
          <p:nvPr/>
        </p:nvSpPr>
        <p:spPr>
          <a:xfrm>
            <a:off x="8610600" y="4876800"/>
            <a:ext cx="127000" cy="203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7" name="S347"/>
          <p:cNvSpPr/>
          <p:nvPr/>
        </p:nvSpPr>
        <p:spPr>
          <a:xfrm>
            <a:off x="8775700" y="4864100"/>
            <a:ext cx="127000" cy="215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8" name="S348"/>
          <p:cNvSpPr/>
          <p:nvPr/>
        </p:nvSpPr>
        <p:spPr>
          <a:xfrm>
            <a:off x="8940800" y="4864100"/>
            <a:ext cx="127000" cy="215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9" name="S349"/>
          <p:cNvSpPr/>
          <p:nvPr/>
        </p:nvSpPr>
        <p:spPr>
          <a:xfrm>
            <a:off x="9105900" y="4902200"/>
            <a:ext cx="1270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0" name="S350"/>
          <p:cNvSpPr/>
          <p:nvPr/>
        </p:nvSpPr>
        <p:spPr>
          <a:xfrm>
            <a:off x="9271000" y="4940300"/>
            <a:ext cx="127000" cy="139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1" name="S351"/>
          <p:cNvSpPr/>
          <p:nvPr/>
        </p:nvSpPr>
        <p:spPr>
          <a:xfrm>
            <a:off x="9436100" y="4965700"/>
            <a:ext cx="127000" cy="114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2" name="S352"/>
          <p:cNvSpPr/>
          <p:nvPr/>
        </p:nvSpPr>
        <p:spPr>
          <a:xfrm>
            <a:off x="9601200" y="4965700"/>
            <a:ext cx="127000" cy="114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3" name="S353"/>
          <p:cNvSpPr/>
          <p:nvPr/>
        </p:nvSpPr>
        <p:spPr>
          <a:xfrm>
            <a:off x="9766300" y="4953000"/>
            <a:ext cx="1270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4" name="S354"/>
          <p:cNvSpPr/>
          <p:nvPr/>
        </p:nvSpPr>
        <p:spPr>
          <a:xfrm>
            <a:off x="9931400" y="4914900"/>
            <a:ext cx="127000" cy="165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5" name="S355"/>
          <p:cNvSpPr/>
          <p:nvPr/>
        </p:nvSpPr>
        <p:spPr>
          <a:xfrm>
            <a:off x="10096500" y="4889500"/>
            <a:ext cx="127000" cy="190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6" name="S356"/>
          <p:cNvSpPr/>
          <p:nvPr/>
        </p:nvSpPr>
        <p:spPr>
          <a:xfrm>
            <a:off x="10261600" y="4876800"/>
            <a:ext cx="127000" cy="203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7" name="S357"/>
          <p:cNvSpPr/>
          <p:nvPr/>
        </p:nvSpPr>
        <p:spPr>
          <a:xfrm>
            <a:off x="10426700" y="4876800"/>
            <a:ext cx="127000" cy="203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8" name="S358"/>
          <p:cNvSpPr/>
          <p:nvPr/>
        </p:nvSpPr>
        <p:spPr>
          <a:xfrm>
            <a:off x="10591800" y="4914900"/>
            <a:ext cx="127000" cy="165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9" name="S359"/>
          <p:cNvSpPr/>
          <p:nvPr/>
        </p:nvSpPr>
        <p:spPr>
          <a:xfrm>
            <a:off x="10756900" y="4953000"/>
            <a:ext cx="1270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0" name="S360"/>
          <p:cNvSpPr/>
          <p:nvPr/>
        </p:nvSpPr>
        <p:spPr>
          <a:xfrm>
            <a:off x="10922000" y="4978400"/>
            <a:ext cx="127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1" name="S361"/>
          <p:cNvSpPr/>
          <p:nvPr/>
        </p:nvSpPr>
        <p:spPr>
          <a:xfrm>
            <a:off x="11087100" y="4978400"/>
            <a:ext cx="127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2" name="S362"/>
          <p:cNvSpPr/>
          <p:nvPr/>
        </p:nvSpPr>
        <p:spPr>
          <a:xfrm>
            <a:off x="11252200" y="4953000"/>
            <a:ext cx="1270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3" name="S363"/>
          <p:cNvSpPr/>
          <p:nvPr/>
        </p:nvSpPr>
        <p:spPr>
          <a:xfrm>
            <a:off x="11417300" y="4927600"/>
            <a:ext cx="127000" cy="152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0" name="S500"/>
          <p:cNvSpPr/>
          <p:nvPr/>
        </p:nvSpPr>
        <p:spPr>
          <a:xfrm>
            <a:off x="1016000" y="5080000"/>
            <a:ext cx="10566400" cy="254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0" name="S600"/>
          <p:cNvSpPr/>
          <p:nvPr/>
        </p:nvSpPr>
        <p:spPr>
          <a:xfrm>
            <a:off x="698500" y="51435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0 Hz</a:t>
            </a:r>
          </a:p>
        </p:txBody>
      </p:sp>
      <p:sp>
        <p:nvSpPr>
          <p:cNvPr id="601" name="S601"/>
          <p:cNvSpPr/>
          <p:nvPr/>
        </p:nvSpPr>
        <p:spPr>
          <a:xfrm>
            <a:off x="1333500" y="51435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250</a:t>
            </a:r>
          </a:p>
        </p:txBody>
      </p:sp>
      <p:sp>
        <p:nvSpPr>
          <p:cNvPr id="602" name="S602"/>
          <p:cNvSpPr/>
          <p:nvPr/>
        </p:nvSpPr>
        <p:spPr>
          <a:xfrm>
            <a:off x="2730500" y="51435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800</a:t>
            </a:r>
          </a:p>
        </p:txBody>
      </p:sp>
      <p:sp>
        <p:nvSpPr>
          <p:cNvPr id="603" name="S603"/>
          <p:cNvSpPr/>
          <p:nvPr/>
        </p:nvSpPr>
        <p:spPr>
          <a:xfrm>
            <a:off x="4508500" y="51435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1.5k</a:t>
            </a:r>
          </a:p>
        </p:txBody>
      </p:sp>
      <p:sp>
        <p:nvSpPr>
          <p:cNvPr id="604" name="S604"/>
          <p:cNvSpPr/>
          <p:nvPr/>
        </p:nvSpPr>
        <p:spPr>
          <a:xfrm>
            <a:off x="8318500" y="51435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3 kHz</a:t>
            </a:r>
          </a:p>
        </p:txBody>
      </p:sp>
      <p:sp>
        <p:nvSpPr>
          <p:cNvPr id="605" name="S605"/>
          <p:cNvSpPr/>
          <p:nvPr/>
        </p:nvSpPr>
        <p:spPr>
          <a:xfrm>
            <a:off x="10731500" y="514350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4k</a:t>
            </a:r>
          </a:p>
        </p:txBody>
      </p:sp>
      <p:sp>
        <p:nvSpPr>
          <p:cNvPr id="700" name="S700"/>
          <p:cNvSpPr/>
          <p:nvPr/>
        </p:nvSpPr>
        <p:spPr>
          <a:xfrm>
            <a:off x="1270000" y="20955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b="1" dirty="0">
                <a:solidFill>
                  <a:srgbClr val="E63946"/>
                </a:solidFill>
                <a:latin typeface="Consolas"/>
              </a:rPr>
              <a:t>250 Hz</a:t>
            </a:r>
          </a:p>
        </p:txBody>
      </p:sp>
      <p:sp>
        <p:nvSpPr>
          <p:cNvPr id="701" name="S701"/>
          <p:cNvSpPr/>
          <p:nvPr/>
        </p:nvSpPr>
        <p:spPr>
          <a:xfrm>
            <a:off x="2794000" y="25400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b="1" dirty="0">
                <a:solidFill>
                  <a:srgbClr val="E63946"/>
                </a:solidFill>
                <a:latin typeface="Consolas"/>
              </a:rPr>
              <a:t>800 Hz</a:t>
            </a:r>
          </a:p>
        </p:txBody>
      </p:sp>
      <p:sp>
        <p:nvSpPr>
          <p:cNvPr id="702" name="S702"/>
          <p:cNvSpPr/>
          <p:nvPr/>
        </p:nvSpPr>
        <p:spPr>
          <a:xfrm>
            <a:off x="4572000" y="22225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b="1" dirty="0">
                <a:solidFill>
                  <a:srgbClr val="E63946"/>
                </a:solidFill>
                <a:latin typeface="Consolas"/>
              </a:rPr>
              <a:t>1500 Hz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5588000"/>
            <a:ext cx="10668000" cy="1016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952500" y="57150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gera 3 tons, soma e calcula FFT — resultado em magnitude_db[]</a:t>
            </a:r>
          </a:p>
        </p:txBody>
      </p:sp>
      <p:sp>
        <p:nvSpPr>
          <p:cNvPr id="902" name="S902"/>
          <p:cNvSpPr/>
          <p:nvPr/>
        </p:nvSpPr>
        <p:spPr>
          <a:xfrm>
            <a:off x="952500" y="59944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5E5E0"/>
                </a:solidFill>
                <a:latin typeface="Consolas"/>
              </a:rPr>
              <a:t>dsps_tone_gen_f32(s1,N,1,250.0/8000,0); dsps_add_f32(s1,s2,sig,N,1,1,1);</a:t>
            </a:r>
          </a:p>
        </p:txBody>
      </p:sp>
      <p:sp>
        <p:nvSpPr>
          <p:cNvPr id="903" name="S903"/>
          <p:cNvSpPr/>
          <p:nvPr/>
        </p:nvSpPr>
        <p:spPr>
          <a:xfrm>
            <a:off x="952500" y="62738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A9D8F"/>
                </a:solidFill>
                <a:latin typeface="Consolas"/>
              </a:rPr>
              <a:t>dsps_fft2r_fc32(y,N); dsps_bit_rev_fc32(y,N); dsps_cplx2real_fc32(y,N);</a:t>
            </a:r>
          </a:p>
        </p:txBody>
      </p:sp>
    </p:spTree>
    <p:extLst>
      <p:ext uri="{BB962C8B-B14F-4D97-AF65-F5344CB8AC3E}">
        <p14:creationId xmlns:p14="http://schemas.microsoft.com/office/powerpoint/2010/main" val="20013600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200" b="1" dirty="0">
                <a:solidFill>
                  <a:srgbClr val="1A2332"/>
                </a:solidFill>
              </a:rPr>
              <a:t>RMS, energia e nível — em uma chamada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medidas estatísticas para áudio, vibração e detecção de presença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3175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18415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E9C46A"/>
                </a:solidFill>
              </a:rPr>
              <a:t>💎  Fórmula RMS</a:t>
            </a:r>
          </a:p>
        </p:txBody>
      </p:sp>
      <p:sp>
        <p:nvSpPr>
          <p:cNvPr id="202" name="S202"/>
          <p:cNvSpPr/>
          <p:nvPr/>
        </p:nvSpPr>
        <p:spPr>
          <a:xfrm>
            <a:off x="762000" y="2540000"/>
            <a:ext cx="50165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800" b="1" dirty="0">
                <a:solidFill>
                  <a:srgbClr val="E5E5E0"/>
                </a:solidFill>
                <a:latin typeface="Consolas"/>
              </a:rPr>
              <a:t>RMS = √( 1/N · Σ x[n]² )</a:t>
            </a:r>
          </a:p>
        </p:txBody>
      </p:sp>
      <p:sp>
        <p:nvSpPr>
          <p:cNvPr id="203" name="S203"/>
          <p:cNvSpPr/>
          <p:nvPr/>
        </p:nvSpPr>
        <p:spPr>
          <a:xfrm>
            <a:off x="952500" y="3556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</a:rPr>
              <a:t>• valor eficaz do sinal</a:t>
            </a:r>
          </a:p>
        </p:txBody>
      </p:sp>
      <p:sp>
        <p:nvSpPr>
          <p:cNvPr id="204" name="S204"/>
          <p:cNvSpPr/>
          <p:nvPr/>
        </p:nvSpPr>
        <p:spPr>
          <a:xfrm>
            <a:off x="952500" y="3873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</a:rPr>
              <a:t>• proporcional à potência</a:t>
            </a:r>
          </a:p>
        </p:txBody>
      </p:sp>
      <p:sp>
        <p:nvSpPr>
          <p:cNvPr id="205" name="S205"/>
          <p:cNvSpPr/>
          <p:nvPr/>
        </p:nvSpPr>
        <p:spPr>
          <a:xfrm>
            <a:off x="952500" y="4191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  <a:latin typeface="Consolas"/>
              </a:rPr>
              <a:t>• dB = 20·log10(RMS / RMS_ref)</a:t>
            </a:r>
          </a:p>
        </p:txBody>
      </p:sp>
      <p:sp>
        <p:nvSpPr>
          <p:cNvPr id="500" name="S500"/>
          <p:cNvSpPr/>
          <p:nvPr/>
        </p:nvSpPr>
        <p:spPr>
          <a:xfrm>
            <a:off x="6223000" y="1651000"/>
            <a:ext cx="5207000" cy="3175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6413500" y="18415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b="1" dirty="0">
                <a:solidFill>
                  <a:srgbClr val="264653"/>
                </a:solidFill>
                <a:latin typeface="Consolas"/>
              </a:rPr>
              <a:t>vumeter.c</a:t>
            </a:r>
          </a:p>
        </p:txBody>
      </p:sp>
      <p:sp>
        <p:nvSpPr>
          <p:cNvPr id="685" name="S685"/>
          <p:cNvSpPr/>
          <p:nvPr/>
        </p:nvSpPr>
        <p:spPr>
          <a:xfrm>
            <a:off x="6413500" y="2222500"/>
            <a:ext cx="4826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float audio[N];</a:t>
            </a:r>
          </a:p>
        </p:txBody>
      </p:sp>
      <p:sp>
        <p:nvSpPr>
          <p:cNvPr id="703" name="S703"/>
          <p:cNvSpPr/>
          <p:nvPr/>
        </p:nvSpPr>
        <p:spPr>
          <a:xfrm>
            <a:off x="6413500" y="2451100"/>
            <a:ext cx="4826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57D"/>
                </a:solidFill>
                <a:latin typeface="Consolas"/>
              </a:rPr>
              <a:t>// captura do I2S/ADC...</a:t>
            </a:r>
          </a:p>
        </p:txBody>
      </p:sp>
      <p:sp>
        <p:nvSpPr>
          <p:cNvPr id="729" name="S729"/>
          <p:cNvSpPr/>
          <p:nvPr/>
        </p:nvSpPr>
        <p:spPr>
          <a:xfrm>
            <a:off x="6413500" y="2781300"/>
            <a:ext cx="4826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57D"/>
                </a:solidFill>
                <a:latin typeface="Consolas"/>
              </a:rPr>
              <a:t>// uma única chamada:</a:t>
            </a:r>
          </a:p>
        </p:txBody>
      </p:sp>
      <p:sp>
        <p:nvSpPr>
          <p:cNvPr id="747" name="S747"/>
          <p:cNvSpPr/>
          <p:nvPr/>
        </p:nvSpPr>
        <p:spPr>
          <a:xfrm>
            <a:off x="6413500" y="3009900"/>
            <a:ext cx="4826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float rms;</a:t>
            </a:r>
          </a:p>
        </p:txBody>
      </p:sp>
      <p:sp>
        <p:nvSpPr>
          <p:cNvPr id="765" name="S765"/>
          <p:cNvSpPr/>
          <p:nvPr/>
        </p:nvSpPr>
        <p:spPr>
          <a:xfrm>
            <a:off x="6413500" y="3238500"/>
            <a:ext cx="4826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63946"/>
                </a:solidFill>
                <a:latin typeface="Consolas"/>
              </a:rPr>
              <a:t>dsps_rms_f32(audio, N, &amp;rms);</a:t>
            </a:r>
          </a:p>
        </p:txBody>
      </p:sp>
      <p:sp>
        <p:nvSpPr>
          <p:cNvPr id="791" name="S791"/>
          <p:cNvSpPr/>
          <p:nvPr/>
        </p:nvSpPr>
        <p:spPr>
          <a:xfrm>
            <a:off x="6413500" y="3568700"/>
            <a:ext cx="4826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57D"/>
                </a:solidFill>
                <a:latin typeface="Consolas"/>
              </a:rPr>
              <a:t>// converter para dBFS</a:t>
            </a:r>
          </a:p>
        </p:txBody>
      </p:sp>
      <p:sp>
        <p:nvSpPr>
          <p:cNvPr id="809" name="S809"/>
          <p:cNvSpPr/>
          <p:nvPr/>
        </p:nvSpPr>
        <p:spPr>
          <a:xfrm>
            <a:off x="6413500" y="3797300"/>
            <a:ext cx="4826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float db = 20.0f *</a:t>
            </a:r>
          </a:p>
        </p:txBody>
      </p:sp>
      <p:sp>
        <p:nvSpPr>
          <p:cNvPr id="827" name="S827"/>
          <p:cNvSpPr/>
          <p:nvPr/>
        </p:nvSpPr>
        <p:spPr>
          <a:xfrm>
            <a:off x="6413500" y="4025900"/>
            <a:ext cx="4826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           log10f(rms);</a:t>
            </a:r>
          </a:p>
        </p:txBody>
      </p:sp>
      <p:sp>
        <p:nvSpPr>
          <p:cNvPr id="845" name="S845"/>
          <p:cNvSpPr/>
          <p:nvPr/>
        </p:nvSpPr>
        <p:spPr>
          <a:xfrm>
            <a:off x="6413500" y="4254500"/>
            <a:ext cx="48260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A9D8F"/>
                </a:solidFill>
                <a:latin typeface="Consolas"/>
              </a:rPr>
              <a:t>printf("%.1f dB\n", db);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5207000"/>
            <a:ext cx="10668000" cy="1397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952500" y="5397500"/>
            <a:ext cx="2540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VU meter ao vivo</a:t>
            </a:r>
          </a:p>
        </p:txBody>
      </p:sp>
      <p:sp>
        <p:nvSpPr>
          <p:cNvPr id="902" name="S902"/>
          <p:cNvSpPr/>
          <p:nvPr/>
        </p:nvSpPr>
        <p:spPr>
          <a:xfrm>
            <a:off x="952500" y="5842000"/>
            <a:ext cx="2540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000" b="1" dirty="0">
                <a:solidFill>
                  <a:srgbClr val="2A9D8F"/>
                </a:solidFill>
                <a:latin typeface="Consolas"/>
              </a:rPr>
              <a:t>-12 dB</a:t>
            </a:r>
          </a:p>
        </p:txBody>
      </p:sp>
      <p:sp>
        <p:nvSpPr>
          <p:cNvPr id="1000" name="S1000"/>
          <p:cNvSpPr/>
          <p:nvPr/>
        </p:nvSpPr>
        <p:spPr>
          <a:xfrm>
            <a:off x="3683000" y="5842000"/>
            <a:ext cx="762000" cy="4572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  <a:latin typeface="Consolas"/>
              </a:rPr>
              <a:t>−40</a:t>
            </a:r>
          </a:p>
        </p:txBody>
      </p:sp>
      <p:sp>
        <p:nvSpPr>
          <p:cNvPr id="1002" name="S1002"/>
          <p:cNvSpPr/>
          <p:nvPr/>
        </p:nvSpPr>
        <p:spPr>
          <a:xfrm>
            <a:off x="4635500" y="5842000"/>
            <a:ext cx="762000" cy="4572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  <a:latin typeface="Consolas"/>
              </a:rPr>
              <a:t>−30</a:t>
            </a:r>
          </a:p>
        </p:txBody>
      </p:sp>
      <p:sp>
        <p:nvSpPr>
          <p:cNvPr id="1004" name="S1004"/>
          <p:cNvSpPr/>
          <p:nvPr/>
        </p:nvSpPr>
        <p:spPr>
          <a:xfrm>
            <a:off x="5588000" y="5842000"/>
            <a:ext cx="762000" cy="4572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  <a:latin typeface="Consolas"/>
              </a:rPr>
              <a:t>−24</a:t>
            </a:r>
          </a:p>
        </p:txBody>
      </p:sp>
      <p:sp>
        <p:nvSpPr>
          <p:cNvPr id="1006" name="S1006"/>
          <p:cNvSpPr/>
          <p:nvPr/>
        </p:nvSpPr>
        <p:spPr>
          <a:xfrm>
            <a:off x="6540500" y="5842000"/>
            <a:ext cx="762000" cy="4572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  <a:latin typeface="Consolas"/>
              </a:rPr>
              <a:t>−18</a:t>
            </a:r>
          </a:p>
        </p:txBody>
      </p:sp>
      <p:sp>
        <p:nvSpPr>
          <p:cNvPr id="1008" name="S1008"/>
          <p:cNvSpPr/>
          <p:nvPr/>
        </p:nvSpPr>
        <p:spPr>
          <a:xfrm>
            <a:off x="7493000" y="5842000"/>
            <a:ext cx="762000" cy="45720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  <a:latin typeface="Consolas"/>
              </a:rPr>
              <a:t>−12</a:t>
            </a:r>
          </a:p>
        </p:txBody>
      </p:sp>
      <p:sp>
        <p:nvSpPr>
          <p:cNvPr id="1010" name="S1010"/>
          <p:cNvSpPr/>
          <p:nvPr/>
        </p:nvSpPr>
        <p:spPr>
          <a:xfrm>
            <a:off x="8445500" y="5842000"/>
            <a:ext cx="762000" cy="45720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b="1" dirty="0">
                <a:solidFill>
                  <a:srgbClr val="6C757D"/>
                </a:solidFill>
                <a:latin typeface="Consolas"/>
              </a:rPr>
              <a:t>−6</a:t>
            </a:r>
          </a:p>
        </p:txBody>
      </p:sp>
      <p:sp>
        <p:nvSpPr>
          <p:cNvPr id="1012" name="S1012"/>
          <p:cNvSpPr/>
          <p:nvPr/>
        </p:nvSpPr>
        <p:spPr>
          <a:xfrm>
            <a:off x="9398000" y="5842000"/>
            <a:ext cx="762000" cy="45720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b="1" dirty="0">
                <a:solidFill>
                  <a:srgbClr val="6C757D"/>
                </a:solidFill>
                <a:latin typeface="Consolas"/>
              </a:rPr>
              <a:t>−3</a:t>
            </a:r>
          </a:p>
        </p:txBody>
      </p:sp>
      <p:sp>
        <p:nvSpPr>
          <p:cNvPr id="1014" name="S1014"/>
          <p:cNvSpPr/>
          <p:nvPr/>
        </p:nvSpPr>
        <p:spPr>
          <a:xfrm>
            <a:off x="10350500" y="5842000"/>
            <a:ext cx="762000" cy="457200"/>
          </a:xfrm>
          <a:prstGeom prst="roundRect">
            <a:avLst/>
          </a:prstGeom>
          <a:solidFill>
            <a:srgbClr val="E5E5E5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b="1" dirty="0">
                <a:solidFill>
                  <a:srgbClr val="6C757D"/>
                </a:solidFill>
                <a:latin typeface="Consolas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068261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400" b="1" dirty="0">
                <a:solidFill>
                  <a:srgbClr val="1A2332"/>
                </a:solidFill>
              </a:rPr>
              <a:t>Dot product &amp; Convolução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correlação cruzada, casamento de padrões e fundação dos filtros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4445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762000" y="1651000"/>
            <a:ext cx="5207000" cy="101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2" name="S202"/>
          <p:cNvSpPr/>
          <p:nvPr/>
        </p:nvSpPr>
        <p:spPr>
          <a:xfrm>
            <a:off x="952500" y="19685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200" b="1" dirty="0">
                <a:solidFill>
                  <a:srgbClr val="E63946"/>
                </a:solidFill>
              </a:rPr>
              <a:t>Dot Product</a:t>
            </a:r>
          </a:p>
        </p:txBody>
      </p:sp>
      <p:sp>
        <p:nvSpPr>
          <p:cNvPr id="203" name="S203"/>
          <p:cNvSpPr/>
          <p:nvPr/>
        </p:nvSpPr>
        <p:spPr>
          <a:xfrm>
            <a:off x="952500" y="2476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dsps_dotprod_f32(a, b, &amp;out, N)</a:t>
            </a:r>
          </a:p>
        </p:txBody>
      </p:sp>
      <p:sp>
        <p:nvSpPr>
          <p:cNvPr id="204" name="S204"/>
          <p:cNvSpPr/>
          <p:nvPr/>
        </p:nvSpPr>
        <p:spPr>
          <a:xfrm>
            <a:off x="952500" y="2921000"/>
            <a:ext cx="4826000" cy="635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E9C46A"/>
                </a:solidFill>
                <a:latin typeface="Consolas"/>
              </a:rPr>
              <a:t>⟨a,b⟩ = Σ a[i]·b[i]</a:t>
            </a:r>
          </a:p>
        </p:txBody>
      </p:sp>
      <p:sp>
        <p:nvSpPr>
          <p:cNvPr id="205" name="S205"/>
          <p:cNvSpPr/>
          <p:nvPr/>
        </p:nvSpPr>
        <p:spPr>
          <a:xfrm>
            <a:off x="952500" y="3746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</a:rPr>
              <a:t>• 1 escalar de saída</a:t>
            </a:r>
          </a:p>
        </p:txBody>
      </p:sp>
      <p:sp>
        <p:nvSpPr>
          <p:cNvPr id="206" name="S206"/>
          <p:cNvSpPr/>
          <p:nvPr/>
        </p:nvSpPr>
        <p:spPr>
          <a:xfrm>
            <a:off x="952500" y="4064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</a:rPr>
              <a:t>• base de toda multiplicação MAC</a:t>
            </a:r>
          </a:p>
        </p:txBody>
      </p:sp>
      <p:sp>
        <p:nvSpPr>
          <p:cNvPr id="207" name="S207"/>
          <p:cNvSpPr/>
          <p:nvPr/>
        </p:nvSpPr>
        <p:spPr>
          <a:xfrm>
            <a:off x="952500" y="4381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</a:rPr>
              <a:t>• detecção de correlação</a:t>
            </a:r>
          </a:p>
        </p:txBody>
      </p:sp>
      <p:sp>
        <p:nvSpPr>
          <p:cNvPr id="208" name="S208"/>
          <p:cNvSpPr/>
          <p:nvPr/>
        </p:nvSpPr>
        <p:spPr>
          <a:xfrm>
            <a:off x="952500" y="4826000"/>
            <a:ext cx="4826000" cy="10160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b="1" dirty="0">
                <a:solidFill>
                  <a:srgbClr val="264653"/>
                </a:solidFill>
                <a:latin typeface="Consolas"/>
              </a:rPr>
              <a:t>⚡ versão SIMD: dsps_dotprod_f32_ae32</a:t>
            </a:r>
          </a:p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   processa 4 floats por ciclo</a:t>
            </a:r>
          </a:p>
        </p:txBody>
      </p:sp>
      <p:sp>
        <p:nvSpPr>
          <p:cNvPr id="500" name="S500"/>
          <p:cNvSpPr/>
          <p:nvPr/>
        </p:nvSpPr>
        <p:spPr>
          <a:xfrm>
            <a:off x="6223000" y="1651000"/>
            <a:ext cx="5207000" cy="4445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6223000" y="1651000"/>
            <a:ext cx="5207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2" name="S502"/>
          <p:cNvSpPr/>
          <p:nvPr/>
        </p:nvSpPr>
        <p:spPr>
          <a:xfrm>
            <a:off x="6413500" y="19685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200" b="1" dirty="0">
                <a:solidFill>
                  <a:srgbClr val="2A9D8F"/>
                </a:solidFill>
              </a:rPr>
              <a:t>Convolução</a:t>
            </a:r>
          </a:p>
        </p:txBody>
      </p:sp>
      <p:sp>
        <p:nvSpPr>
          <p:cNvPr id="503" name="S503"/>
          <p:cNvSpPr/>
          <p:nvPr/>
        </p:nvSpPr>
        <p:spPr>
          <a:xfrm>
            <a:off x="6413500" y="2476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dsps_conv_f32(sig, M, kernel, K, out)</a:t>
            </a:r>
          </a:p>
        </p:txBody>
      </p:sp>
      <p:sp>
        <p:nvSpPr>
          <p:cNvPr id="504" name="S504"/>
          <p:cNvSpPr/>
          <p:nvPr/>
        </p:nvSpPr>
        <p:spPr>
          <a:xfrm>
            <a:off x="6413500" y="2921000"/>
            <a:ext cx="4826000" cy="635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E9C46A"/>
                </a:solidFill>
                <a:latin typeface="Consolas"/>
              </a:rPr>
              <a:t>y[n] = Σ x[k]·h[n−k]</a:t>
            </a:r>
          </a:p>
        </p:txBody>
      </p:sp>
      <p:sp>
        <p:nvSpPr>
          <p:cNvPr id="505" name="S505"/>
          <p:cNvSpPr/>
          <p:nvPr/>
        </p:nvSpPr>
        <p:spPr>
          <a:xfrm>
            <a:off x="6413500" y="3746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</a:rPr>
              <a:t>• saída de tamanho M+K−1</a:t>
            </a:r>
          </a:p>
        </p:txBody>
      </p:sp>
      <p:sp>
        <p:nvSpPr>
          <p:cNvPr id="506" name="S506"/>
          <p:cNvSpPr/>
          <p:nvPr/>
        </p:nvSpPr>
        <p:spPr>
          <a:xfrm>
            <a:off x="6413500" y="4064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</a:rPr>
              <a:t>• equivale ao FIR completo</a:t>
            </a:r>
          </a:p>
        </p:txBody>
      </p:sp>
      <p:sp>
        <p:nvSpPr>
          <p:cNvPr id="507" name="S507"/>
          <p:cNvSpPr/>
          <p:nvPr/>
        </p:nvSpPr>
        <p:spPr>
          <a:xfrm>
            <a:off x="6413500" y="4381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• também: dsps_corr_f32 (correlação)</a:t>
            </a:r>
          </a:p>
        </p:txBody>
      </p:sp>
      <p:sp>
        <p:nvSpPr>
          <p:cNvPr id="508" name="S508"/>
          <p:cNvSpPr/>
          <p:nvPr/>
        </p:nvSpPr>
        <p:spPr>
          <a:xfrm>
            <a:off x="6413500" y="4826000"/>
            <a:ext cx="4826000" cy="1016000"/>
          </a:xfrm>
          <a:prstGeom prst="roundRect">
            <a:avLst/>
          </a:prstGeom>
          <a:solidFill>
            <a:srgbClr val="DDF1ED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b="1" dirty="0">
                <a:solidFill>
                  <a:srgbClr val="264653"/>
                </a:solidFill>
              </a:rPr>
              <a:t>💡 use convolução p/ aplicar IR</a:t>
            </a:r>
          </a:p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</a:rPr>
              <a:t>   (impulse response) de salas, eq, etc.</a:t>
            </a:r>
          </a:p>
        </p:txBody>
      </p:sp>
    </p:spTree>
    <p:extLst>
      <p:ext uri="{BB962C8B-B14F-4D97-AF65-F5344CB8AC3E}">
        <p14:creationId xmlns:p14="http://schemas.microsoft.com/office/powerpoint/2010/main" val="22128184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1" name="S101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0" name="S200"/>
          <p:cNvSpPr/>
          <p:nvPr/>
        </p:nvSpPr>
        <p:spPr>
          <a:xfrm>
            <a:off x="1016000" y="1651000"/>
            <a:ext cx="3556000" cy="25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8000" b="1" dirty="0">
                <a:solidFill>
                  <a:srgbClr val="E63946"/>
                </a:solidFill>
                <a:latin typeface="Aptos Display"/>
              </a:rPr>
              <a:t>06</a:t>
            </a:r>
          </a:p>
        </p:txBody>
      </p:sp>
      <p:sp>
        <p:nvSpPr>
          <p:cNvPr id="300" name="S300"/>
          <p:cNvSpPr/>
          <p:nvPr/>
        </p:nvSpPr>
        <p:spPr>
          <a:xfrm>
            <a:off x="4826000" y="2032000"/>
            <a:ext cx="66040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6000" b="1" dirty="0">
                <a:solidFill>
                  <a:srgbClr val="FAFAF7"/>
                </a:solidFill>
                <a:latin typeface="Aptos Display"/>
              </a:rPr>
              <a:t>Tempo Real</a:t>
            </a:r>
          </a:p>
        </p:txBody>
      </p:sp>
      <p:sp>
        <p:nvSpPr>
          <p:cNvPr id="301" name="S301"/>
          <p:cNvSpPr/>
          <p:nvPr/>
        </p:nvSpPr>
        <p:spPr>
          <a:xfrm>
            <a:off x="4826000" y="3175000"/>
            <a:ext cx="6604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200" dirty="0">
                <a:solidFill>
                  <a:srgbClr val="F4A261"/>
                </a:solidFill>
              </a:rPr>
              <a:t>ADC + DMA + FreeRTOS + DSP</a:t>
            </a:r>
          </a:p>
        </p:txBody>
      </p:sp>
      <p:sp>
        <p:nvSpPr>
          <p:cNvPr id="400" name="S400"/>
          <p:cNvSpPr/>
          <p:nvPr/>
        </p:nvSpPr>
        <p:spPr>
          <a:xfrm>
            <a:off x="4826000" y="3810000"/>
            <a:ext cx="6604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800" dirty="0">
                <a:solidFill>
                  <a:srgbClr val="E5E5E0"/>
                </a:solidFill>
              </a:rPr>
              <a:t>pipeline contínuo de aquisição e processamento</a:t>
            </a:r>
          </a:p>
        </p:txBody>
      </p:sp>
      <p:sp>
        <p:nvSpPr>
          <p:cNvPr id="500" name="S500"/>
          <p:cNvSpPr/>
          <p:nvPr/>
        </p:nvSpPr>
        <p:spPr>
          <a:xfrm>
            <a:off x="1016000" y="5461000"/>
            <a:ext cx="2286000" cy="7620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FFFFFF"/>
                </a:solidFill>
              </a:rPr>
              <a:t>ADC1</a:t>
            </a:r>
          </a:p>
        </p:txBody>
      </p:sp>
      <p:sp>
        <p:nvSpPr>
          <p:cNvPr id="502" name="S502"/>
          <p:cNvSpPr/>
          <p:nvPr/>
        </p:nvSpPr>
        <p:spPr>
          <a:xfrm>
            <a:off x="3556000" y="5461000"/>
            <a:ext cx="2286000" cy="7620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FFFFFF"/>
                </a:solidFill>
              </a:rPr>
              <a:t>DMA</a:t>
            </a:r>
          </a:p>
        </p:txBody>
      </p:sp>
      <p:sp>
        <p:nvSpPr>
          <p:cNvPr id="504" name="S504"/>
          <p:cNvSpPr/>
          <p:nvPr/>
        </p:nvSpPr>
        <p:spPr>
          <a:xfrm>
            <a:off x="6096000" y="5461000"/>
            <a:ext cx="2286000" cy="76200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FFFFFF"/>
                </a:solidFill>
              </a:rPr>
              <a:t>Queue</a:t>
            </a:r>
          </a:p>
        </p:txBody>
      </p:sp>
      <p:sp>
        <p:nvSpPr>
          <p:cNvPr id="506" name="S506"/>
          <p:cNvSpPr/>
          <p:nvPr/>
        </p:nvSpPr>
        <p:spPr>
          <a:xfrm>
            <a:off x="8636000" y="5461000"/>
            <a:ext cx="2286000" cy="7620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FFFFFF"/>
                </a:solidFill>
              </a:rPr>
              <a:t>Task</a:t>
            </a:r>
          </a:p>
        </p:txBody>
      </p:sp>
    </p:spTree>
    <p:extLst>
      <p:ext uri="{BB962C8B-B14F-4D97-AF65-F5344CB8AC3E}">
        <p14:creationId xmlns:p14="http://schemas.microsoft.com/office/powerpoint/2010/main" val="1184386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200" b="1" dirty="0">
                <a:solidFill>
                  <a:srgbClr val="1A2332"/>
                </a:solidFill>
              </a:rPr>
              <a:t>Arquitetura do pipeline em tempo real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hardware (ADC) → DMA → fila → tarefa DSP — sem perder uma amostra</a:t>
            </a:r>
          </a:p>
        </p:txBody>
      </p:sp>
      <p:sp>
        <p:nvSpPr>
          <p:cNvPr id="200" name="S200"/>
          <p:cNvSpPr/>
          <p:nvPr/>
        </p:nvSpPr>
        <p:spPr>
          <a:xfrm>
            <a:off x="613716" y="1905000"/>
            <a:ext cx="1651000" cy="165100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613716" y="2095500"/>
            <a:ext cx="1651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200" b="1" dirty="0">
                <a:solidFill>
                  <a:srgbClr val="FFFFFF"/>
                </a:solidFill>
              </a:rPr>
              <a:t>GPIO</a:t>
            </a:r>
          </a:p>
        </p:txBody>
      </p:sp>
      <p:sp>
        <p:nvSpPr>
          <p:cNvPr id="202" name="S202"/>
          <p:cNvSpPr/>
          <p:nvPr/>
        </p:nvSpPr>
        <p:spPr>
          <a:xfrm>
            <a:off x="804216" y="2540000"/>
            <a:ext cx="127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3" name="S203"/>
          <p:cNvSpPr/>
          <p:nvPr/>
        </p:nvSpPr>
        <p:spPr>
          <a:xfrm>
            <a:off x="613716" y="27305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sinal</a:t>
            </a:r>
          </a:p>
        </p:txBody>
      </p:sp>
      <p:sp>
        <p:nvSpPr>
          <p:cNvPr id="204" name="S204"/>
          <p:cNvSpPr/>
          <p:nvPr/>
        </p:nvSpPr>
        <p:spPr>
          <a:xfrm>
            <a:off x="613716" y="30099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analógico</a:t>
            </a:r>
          </a:p>
        </p:txBody>
      </p:sp>
      <p:sp>
        <p:nvSpPr>
          <p:cNvPr id="700" name="S700"/>
          <p:cNvSpPr/>
          <p:nvPr/>
        </p:nvSpPr>
        <p:spPr>
          <a:xfrm>
            <a:off x="2290116" y="2476500"/>
            <a:ext cx="76200" cy="508000"/>
          </a:xfrm>
          <a:prstGeom prst="rightArrow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0" name="S210"/>
          <p:cNvSpPr/>
          <p:nvPr/>
        </p:nvSpPr>
        <p:spPr>
          <a:xfrm>
            <a:off x="2467916" y="1905000"/>
            <a:ext cx="1651000" cy="16510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1" name="S211"/>
          <p:cNvSpPr/>
          <p:nvPr/>
        </p:nvSpPr>
        <p:spPr>
          <a:xfrm>
            <a:off x="2467916" y="2095500"/>
            <a:ext cx="1651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200" b="1" dirty="0">
                <a:solidFill>
                  <a:srgbClr val="FFFFFF"/>
                </a:solidFill>
              </a:rPr>
              <a:t>ADC1</a:t>
            </a:r>
          </a:p>
        </p:txBody>
      </p:sp>
      <p:sp>
        <p:nvSpPr>
          <p:cNvPr id="212" name="S212"/>
          <p:cNvSpPr/>
          <p:nvPr/>
        </p:nvSpPr>
        <p:spPr>
          <a:xfrm>
            <a:off x="2658416" y="2540000"/>
            <a:ext cx="127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3" name="S213"/>
          <p:cNvSpPr/>
          <p:nvPr/>
        </p:nvSpPr>
        <p:spPr>
          <a:xfrm>
            <a:off x="2467916" y="27305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adc_continuous_t</a:t>
            </a:r>
          </a:p>
        </p:txBody>
      </p:sp>
      <p:sp>
        <p:nvSpPr>
          <p:cNvPr id="214" name="S214"/>
          <p:cNvSpPr/>
          <p:nvPr/>
        </p:nvSpPr>
        <p:spPr>
          <a:xfrm>
            <a:off x="2467916" y="30099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8 kHz · 12 bits</a:t>
            </a:r>
          </a:p>
        </p:txBody>
      </p:sp>
      <p:sp>
        <p:nvSpPr>
          <p:cNvPr id="701" name="S701"/>
          <p:cNvSpPr/>
          <p:nvPr/>
        </p:nvSpPr>
        <p:spPr>
          <a:xfrm>
            <a:off x="4144316" y="2476500"/>
            <a:ext cx="76200" cy="508000"/>
          </a:xfrm>
          <a:prstGeom prst="rightArrow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0" name="S220"/>
          <p:cNvSpPr/>
          <p:nvPr/>
        </p:nvSpPr>
        <p:spPr>
          <a:xfrm>
            <a:off x="4322116" y="1905000"/>
            <a:ext cx="1651000" cy="16510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1" name="S221"/>
          <p:cNvSpPr/>
          <p:nvPr/>
        </p:nvSpPr>
        <p:spPr>
          <a:xfrm>
            <a:off x="4322116" y="2095500"/>
            <a:ext cx="1651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200" b="1" dirty="0">
                <a:solidFill>
                  <a:srgbClr val="FFFFFF"/>
                </a:solidFill>
              </a:rPr>
              <a:t>DMA</a:t>
            </a:r>
          </a:p>
        </p:txBody>
      </p:sp>
      <p:sp>
        <p:nvSpPr>
          <p:cNvPr id="222" name="S222"/>
          <p:cNvSpPr/>
          <p:nvPr/>
        </p:nvSpPr>
        <p:spPr>
          <a:xfrm>
            <a:off x="4512616" y="2540000"/>
            <a:ext cx="127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3" name="S223"/>
          <p:cNvSpPr/>
          <p:nvPr/>
        </p:nvSpPr>
        <p:spPr>
          <a:xfrm>
            <a:off x="4322116" y="27305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buffer</a:t>
            </a:r>
          </a:p>
        </p:txBody>
      </p:sp>
      <p:sp>
        <p:nvSpPr>
          <p:cNvPr id="224" name="S224"/>
          <p:cNvSpPr/>
          <p:nvPr/>
        </p:nvSpPr>
        <p:spPr>
          <a:xfrm>
            <a:off x="4322116" y="30099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circular 4 KB</a:t>
            </a:r>
          </a:p>
        </p:txBody>
      </p:sp>
      <p:sp>
        <p:nvSpPr>
          <p:cNvPr id="702" name="S702"/>
          <p:cNvSpPr/>
          <p:nvPr/>
        </p:nvSpPr>
        <p:spPr>
          <a:xfrm>
            <a:off x="5998516" y="2476500"/>
            <a:ext cx="76200" cy="508000"/>
          </a:xfrm>
          <a:prstGeom prst="rightArrow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0" name="S230"/>
          <p:cNvSpPr/>
          <p:nvPr/>
        </p:nvSpPr>
        <p:spPr>
          <a:xfrm>
            <a:off x="6163616" y="1905000"/>
            <a:ext cx="1811984" cy="165100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1" name="S231"/>
          <p:cNvSpPr/>
          <p:nvPr/>
        </p:nvSpPr>
        <p:spPr>
          <a:xfrm>
            <a:off x="6324600" y="2095500"/>
            <a:ext cx="1651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200" b="1" dirty="0">
                <a:solidFill>
                  <a:srgbClr val="FFFFFF"/>
                </a:solidFill>
              </a:rPr>
              <a:t>Queue</a:t>
            </a:r>
          </a:p>
        </p:txBody>
      </p:sp>
      <p:sp>
        <p:nvSpPr>
          <p:cNvPr id="232" name="S232"/>
          <p:cNvSpPr/>
          <p:nvPr/>
        </p:nvSpPr>
        <p:spPr>
          <a:xfrm>
            <a:off x="6515100" y="2540000"/>
            <a:ext cx="127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3" name="S233"/>
          <p:cNvSpPr/>
          <p:nvPr/>
        </p:nvSpPr>
        <p:spPr>
          <a:xfrm>
            <a:off x="6223000" y="2705100"/>
            <a:ext cx="1778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xQueueSendFromISR</a:t>
            </a:r>
          </a:p>
        </p:txBody>
      </p:sp>
      <p:sp>
        <p:nvSpPr>
          <p:cNvPr id="234" name="S234"/>
          <p:cNvSpPr/>
          <p:nvPr/>
        </p:nvSpPr>
        <p:spPr>
          <a:xfrm>
            <a:off x="6324600" y="30099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→ task DSP</a:t>
            </a:r>
          </a:p>
        </p:txBody>
      </p:sp>
      <p:sp>
        <p:nvSpPr>
          <p:cNvPr id="703" name="S703"/>
          <p:cNvSpPr/>
          <p:nvPr/>
        </p:nvSpPr>
        <p:spPr>
          <a:xfrm>
            <a:off x="8001000" y="2476500"/>
            <a:ext cx="76200" cy="508000"/>
          </a:xfrm>
          <a:prstGeom prst="rightArrow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40" name="S240"/>
          <p:cNvSpPr/>
          <p:nvPr/>
        </p:nvSpPr>
        <p:spPr>
          <a:xfrm>
            <a:off x="8178800" y="1905000"/>
            <a:ext cx="1651000" cy="16510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41" name="S241"/>
          <p:cNvSpPr/>
          <p:nvPr/>
        </p:nvSpPr>
        <p:spPr>
          <a:xfrm>
            <a:off x="8178800" y="2095500"/>
            <a:ext cx="1651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200" b="1" dirty="0">
                <a:solidFill>
                  <a:srgbClr val="FFFFFF"/>
                </a:solidFill>
              </a:rPr>
              <a:t>DSP</a:t>
            </a:r>
          </a:p>
        </p:txBody>
      </p:sp>
      <p:sp>
        <p:nvSpPr>
          <p:cNvPr id="242" name="S242"/>
          <p:cNvSpPr/>
          <p:nvPr/>
        </p:nvSpPr>
        <p:spPr>
          <a:xfrm>
            <a:off x="8369300" y="2540000"/>
            <a:ext cx="127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43" name="S243"/>
          <p:cNvSpPr/>
          <p:nvPr/>
        </p:nvSpPr>
        <p:spPr>
          <a:xfrm>
            <a:off x="8178800" y="27305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esp-dsp</a:t>
            </a:r>
          </a:p>
        </p:txBody>
      </p:sp>
      <p:sp>
        <p:nvSpPr>
          <p:cNvPr id="244" name="S244"/>
          <p:cNvSpPr/>
          <p:nvPr/>
        </p:nvSpPr>
        <p:spPr>
          <a:xfrm>
            <a:off x="8178800" y="30099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FIR/IIR/FFT</a:t>
            </a:r>
          </a:p>
        </p:txBody>
      </p:sp>
      <p:sp>
        <p:nvSpPr>
          <p:cNvPr id="704" name="S704"/>
          <p:cNvSpPr/>
          <p:nvPr/>
        </p:nvSpPr>
        <p:spPr>
          <a:xfrm>
            <a:off x="9855200" y="2476500"/>
            <a:ext cx="76200" cy="508000"/>
          </a:xfrm>
          <a:prstGeom prst="rightArrow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50" name="S250"/>
          <p:cNvSpPr/>
          <p:nvPr/>
        </p:nvSpPr>
        <p:spPr>
          <a:xfrm>
            <a:off x="10033000" y="1905000"/>
            <a:ext cx="1651000" cy="16510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51" name="S251"/>
          <p:cNvSpPr/>
          <p:nvPr/>
        </p:nvSpPr>
        <p:spPr>
          <a:xfrm>
            <a:off x="10033000" y="2095500"/>
            <a:ext cx="1651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200" b="1" dirty="0">
                <a:solidFill>
                  <a:srgbClr val="FFFFFF"/>
                </a:solidFill>
              </a:rPr>
              <a:t>OUT</a:t>
            </a:r>
          </a:p>
        </p:txBody>
      </p:sp>
      <p:sp>
        <p:nvSpPr>
          <p:cNvPr id="252" name="S252"/>
          <p:cNvSpPr/>
          <p:nvPr/>
        </p:nvSpPr>
        <p:spPr>
          <a:xfrm>
            <a:off x="10223500" y="2540000"/>
            <a:ext cx="127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53" name="S253"/>
          <p:cNvSpPr/>
          <p:nvPr/>
        </p:nvSpPr>
        <p:spPr>
          <a:xfrm>
            <a:off x="10033000" y="27305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DAC, I2S</a:t>
            </a:r>
          </a:p>
        </p:txBody>
      </p:sp>
      <p:sp>
        <p:nvSpPr>
          <p:cNvPr id="254" name="S254"/>
          <p:cNvSpPr/>
          <p:nvPr/>
        </p:nvSpPr>
        <p:spPr>
          <a:xfrm>
            <a:off x="10033000" y="3009900"/>
            <a:ext cx="1651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dirty="0">
                <a:solidFill>
                  <a:srgbClr val="FFFFFF"/>
                </a:solidFill>
                <a:latin typeface="Consolas"/>
              </a:rPr>
              <a:t>WiFi, MQTT...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3937000"/>
            <a:ext cx="10668000" cy="2667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952500" y="4064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b="1" dirty="0">
                <a:solidFill>
                  <a:srgbClr val="E5E5E0"/>
                </a:solidFill>
                <a:latin typeface="Consolas"/>
              </a:rPr>
              <a:t>adc_dsp_setup.c</a:t>
            </a:r>
          </a:p>
        </p:txBody>
      </p:sp>
      <p:sp>
        <p:nvSpPr>
          <p:cNvPr id="902" name="S902"/>
          <p:cNvSpPr/>
          <p:nvPr/>
        </p:nvSpPr>
        <p:spPr>
          <a:xfrm>
            <a:off x="6477000" y="4064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pt-BR" sz="1300" dirty="0">
                <a:solidFill>
                  <a:srgbClr val="E9C46A"/>
                </a:solidFill>
                <a:latin typeface="Consolas"/>
              </a:rPr>
              <a:t>📊  fs = 8 kHz · buf = 256 amostras · latência ≈ 32 ms</a:t>
            </a:r>
          </a:p>
        </p:txBody>
      </p:sp>
      <p:sp>
        <p:nvSpPr>
          <p:cNvPr id="1260" name="S1260"/>
          <p:cNvSpPr/>
          <p:nvPr/>
        </p:nvSpPr>
        <p:spPr>
          <a:xfrm>
            <a:off x="952500" y="4445000"/>
            <a:ext cx="10287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adc_continuous_handle_t adc;</a:t>
            </a:r>
          </a:p>
        </p:txBody>
      </p:sp>
      <p:sp>
        <p:nvSpPr>
          <p:cNvPr id="1276" name="S1276"/>
          <p:cNvSpPr/>
          <p:nvPr/>
        </p:nvSpPr>
        <p:spPr>
          <a:xfrm>
            <a:off x="952500" y="4648200"/>
            <a:ext cx="10287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adc_continuous_handle_cfg_t cfg = {</a:t>
            </a:r>
          </a:p>
        </p:txBody>
      </p:sp>
      <p:sp>
        <p:nvSpPr>
          <p:cNvPr id="1292" name="S1292"/>
          <p:cNvSpPr/>
          <p:nvPr/>
        </p:nvSpPr>
        <p:spPr>
          <a:xfrm>
            <a:off x="952500" y="4851400"/>
            <a:ext cx="10287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  .max_store_buf_size = 4096,</a:t>
            </a:r>
          </a:p>
        </p:txBody>
      </p:sp>
      <p:sp>
        <p:nvSpPr>
          <p:cNvPr id="1308" name="S1308"/>
          <p:cNvSpPr/>
          <p:nvPr/>
        </p:nvSpPr>
        <p:spPr>
          <a:xfrm>
            <a:off x="952500" y="5054600"/>
            <a:ext cx="10287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  .conv_frame_size    = 256, };</a:t>
            </a:r>
          </a:p>
        </p:txBody>
      </p:sp>
      <p:sp>
        <p:nvSpPr>
          <p:cNvPr id="1324" name="S1324"/>
          <p:cNvSpPr/>
          <p:nvPr/>
        </p:nvSpPr>
        <p:spPr>
          <a:xfrm>
            <a:off x="952500" y="5257800"/>
            <a:ext cx="10287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adc_continuous_new_handle(&amp;cfg, &amp;adc);</a:t>
            </a:r>
          </a:p>
        </p:txBody>
      </p:sp>
      <p:sp>
        <p:nvSpPr>
          <p:cNvPr id="1344" name="S1344"/>
          <p:cNvSpPr/>
          <p:nvPr/>
        </p:nvSpPr>
        <p:spPr>
          <a:xfrm>
            <a:off x="952500" y="5511800"/>
            <a:ext cx="10287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callback DMA → fila</a:t>
            </a:r>
          </a:p>
        </p:txBody>
      </p:sp>
      <p:sp>
        <p:nvSpPr>
          <p:cNvPr id="1360" name="S1360"/>
          <p:cNvSpPr/>
          <p:nvPr/>
        </p:nvSpPr>
        <p:spPr>
          <a:xfrm>
            <a:off x="952500" y="5715000"/>
            <a:ext cx="10287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adc_continuous_register_event_callbacks(adc,</a:t>
            </a:r>
          </a:p>
        </p:txBody>
      </p:sp>
      <p:sp>
        <p:nvSpPr>
          <p:cNvPr id="1376" name="S1376"/>
          <p:cNvSpPr/>
          <p:nvPr/>
        </p:nvSpPr>
        <p:spPr>
          <a:xfrm>
            <a:off x="952500" y="5918200"/>
            <a:ext cx="10287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  &amp;(adc_continuous_evt_cbs_t){.on_conv_done = on_dma}, &amp;q);</a:t>
            </a:r>
          </a:p>
        </p:txBody>
      </p:sp>
      <p:sp>
        <p:nvSpPr>
          <p:cNvPr id="1392" name="S1392"/>
          <p:cNvSpPr/>
          <p:nvPr/>
        </p:nvSpPr>
        <p:spPr>
          <a:xfrm>
            <a:off x="952500" y="6121400"/>
            <a:ext cx="10287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63946"/>
                </a:solidFill>
                <a:latin typeface="Consolas"/>
              </a:rPr>
              <a:t>adc_continuous_start(adc);</a:t>
            </a:r>
          </a:p>
        </p:txBody>
      </p:sp>
    </p:spTree>
    <p:extLst>
      <p:ext uri="{BB962C8B-B14F-4D97-AF65-F5344CB8AC3E}">
        <p14:creationId xmlns:p14="http://schemas.microsoft.com/office/powerpoint/2010/main" val="36148928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000" b="1" dirty="0">
                <a:solidFill>
                  <a:srgbClr val="1A2332"/>
                </a:solidFill>
              </a:rPr>
              <a:t>Task DSP no FreeRTOS — produtor / consumidor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ISR enche buffer · task processa · queue desacopla os dois tempos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10668000" cy="4572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18415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500" b="1" dirty="0">
                <a:solidFill>
                  <a:srgbClr val="E5E5E0"/>
                </a:solidFill>
                <a:latin typeface="Consolas"/>
              </a:rPr>
              <a:t>dsp_task.c</a:t>
            </a:r>
          </a:p>
        </p:txBody>
      </p:sp>
      <p:sp>
        <p:nvSpPr>
          <p:cNvPr id="202" name="S202"/>
          <p:cNvSpPr/>
          <p:nvPr/>
        </p:nvSpPr>
        <p:spPr>
          <a:xfrm>
            <a:off x="7620000" y="1841500"/>
            <a:ext cx="3683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pt-BR" sz="1300" dirty="0">
                <a:solidFill>
                  <a:srgbClr val="E9C46A"/>
                </a:solidFill>
                <a:latin typeface="Consolas"/>
              </a:rPr>
              <a:t>core 1 · prio 5 · stack 8 KB</a:t>
            </a:r>
          </a:p>
        </p:txBody>
      </p:sp>
      <p:sp>
        <p:nvSpPr>
          <p:cNvPr id="385" name="S385"/>
          <p:cNvSpPr/>
          <p:nvPr/>
        </p:nvSpPr>
        <p:spPr>
          <a:xfrm>
            <a:off x="952500" y="22225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static QueueHandle_t q;        // ADC → task</a:t>
            </a:r>
          </a:p>
        </p:txBody>
      </p:sp>
      <p:sp>
        <p:nvSpPr>
          <p:cNvPr id="398" name="S398"/>
          <p:cNvSpPr/>
          <p:nvPr/>
        </p:nvSpPr>
        <p:spPr>
          <a:xfrm>
            <a:off x="952500" y="23876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static float fir_coef[64];</a:t>
            </a:r>
          </a:p>
        </p:txBody>
      </p:sp>
      <p:sp>
        <p:nvSpPr>
          <p:cNvPr id="411" name="S411"/>
          <p:cNvSpPr/>
          <p:nvPr/>
        </p:nvSpPr>
        <p:spPr>
          <a:xfrm>
            <a:off x="952500" y="25527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static fir_f32_t  fir;</a:t>
            </a:r>
          </a:p>
        </p:txBody>
      </p:sp>
      <p:sp>
        <p:nvSpPr>
          <p:cNvPr id="428" name="S428"/>
          <p:cNvSpPr/>
          <p:nvPr/>
        </p:nvSpPr>
        <p:spPr>
          <a:xfrm>
            <a:off x="952500" y="27686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static void IRAM_ATTR dsp_task(void *arg) {</a:t>
            </a:r>
          </a:p>
        </p:txBody>
      </p:sp>
      <p:sp>
        <p:nvSpPr>
          <p:cNvPr id="441" name="S441"/>
          <p:cNvSpPr/>
          <p:nvPr/>
        </p:nvSpPr>
        <p:spPr>
          <a:xfrm>
            <a:off x="952500" y="29337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  uint16_t raw[256]; float buf[256], out[256];</a:t>
            </a:r>
          </a:p>
        </p:txBody>
      </p:sp>
      <p:sp>
        <p:nvSpPr>
          <p:cNvPr id="458" name="S458"/>
          <p:cNvSpPr/>
          <p:nvPr/>
        </p:nvSpPr>
        <p:spPr>
          <a:xfrm>
            <a:off x="952500" y="31496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63946"/>
                </a:solidFill>
                <a:latin typeface="Consolas"/>
              </a:rPr>
              <a:t>    dsps_fir_init_f32(&amp;fir, fir_coef, delay, 64);</a:t>
            </a:r>
          </a:p>
        </p:txBody>
      </p:sp>
      <p:sp>
        <p:nvSpPr>
          <p:cNvPr id="475" name="S475"/>
          <p:cNvSpPr/>
          <p:nvPr/>
        </p:nvSpPr>
        <p:spPr>
          <a:xfrm>
            <a:off x="952500" y="33655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  while (1) {</a:t>
            </a:r>
          </a:p>
        </p:txBody>
      </p:sp>
      <p:sp>
        <p:nvSpPr>
          <p:cNvPr id="488" name="S488"/>
          <p:cNvSpPr/>
          <p:nvPr/>
        </p:nvSpPr>
        <p:spPr>
          <a:xfrm>
            <a:off x="952500" y="35306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        // 1) bloqueia até DMA entregar bloco</a:t>
            </a:r>
          </a:p>
        </p:txBody>
      </p:sp>
      <p:sp>
        <p:nvSpPr>
          <p:cNvPr id="501" name="S501"/>
          <p:cNvSpPr/>
          <p:nvPr/>
        </p:nvSpPr>
        <p:spPr>
          <a:xfrm>
            <a:off x="952500" y="36957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F4A261"/>
                </a:solidFill>
                <a:latin typeface="Consolas"/>
              </a:rPr>
              <a:t>        xQueueReceive(q, raw, portMAX_DELAY);</a:t>
            </a:r>
          </a:p>
        </p:txBody>
      </p:sp>
      <p:sp>
        <p:nvSpPr>
          <p:cNvPr id="518" name="S518"/>
          <p:cNvSpPr/>
          <p:nvPr/>
        </p:nvSpPr>
        <p:spPr>
          <a:xfrm>
            <a:off x="952500" y="39116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        // 2) ADC 12-bit → float [-1,1]</a:t>
            </a:r>
          </a:p>
        </p:txBody>
      </p:sp>
      <p:sp>
        <p:nvSpPr>
          <p:cNvPr id="531" name="S531"/>
          <p:cNvSpPr/>
          <p:nvPr/>
        </p:nvSpPr>
        <p:spPr>
          <a:xfrm>
            <a:off x="952500" y="40767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      for (int i=0;i&lt;256;i++) buf[i] = (raw[i]-2048) / 2048.0f;</a:t>
            </a:r>
          </a:p>
        </p:txBody>
      </p:sp>
      <p:sp>
        <p:nvSpPr>
          <p:cNvPr id="548" name="S548"/>
          <p:cNvSpPr/>
          <p:nvPr/>
        </p:nvSpPr>
        <p:spPr>
          <a:xfrm>
            <a:off x="952500" y="42926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        // 3) processa com esp-dsp</a:t>
            </a:r>
          </a:p>
        </p:txBody>
      </p:sp>
      <p:sp>
        <p:nvSpPr>
          <p:cNvPr id="561" name="S561"/>
          <p:cNvSpPr/>
          <p:nvPr/>
        </p:nvSpPr>
        <p:spPr>
          <a:xfrm>
            <a:off x="952500" y="44577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63946"/>
                </a:solidFill>
                <a:latin typeface="Consolas"/>
              </a:rPr>
              <a:t>        dsps_fir_f32(&amp;fir, buf, out, 256);</a:t>
            </a:r>
          </a:p>
        </p:txBody>
      </p:sp>
      <p:sp>
        <p:nvSpPr>
          <p:cNvPr id="578" name="S578"/>
          <p:cNvSpPr/>
          <p:nvPr/>
        </p:nvSpPr>
        <p:spPr>
          <a:xfrm>
            <a:off x="952500" y="46736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        // 4) envia adiante (DAC, WiFi, etc.)</a:t>
            </a:r>
          </a:p>
        </p:txBody>
      </p:sp>
      <p:sp>
        <p:nvSpPr>
          <p:cNvPr id="591" name="S591"/>
          <p:cNvSpPr/>
          <p:nvPr/>
        </p:nvSpPr>
        <p:spPr>
          <a:xfrm>
            <a:off x="952500" y="48387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        send_to_output(out, 256);</a:t>
            </a:r>
          </a:p>
        </p:txBody>
      </p:sp>
      <p:sp>
        <p:nvSpPr>
          <p:cNvPr id="604" name="S604"/>
          <p:cNvSpPr/>
          <p:nvPr/>
        </p:nvSpPr>
        <p:spPr>
          <a:xfrm>
            <a:off x="952500" y="50038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  }</a:t>
            </a:r>
          </a:p>
        </p:txBody>
      </p:sp>
      <p:sp>
        <p:nvSpPr>
          <p:cNvPr id="617" name="S617"/>
          <p:cNvSpPr/>
          <p:nvPr/>
        </p:nvSpPr>
        <p:spPr>
          <a:xfrm>
            <a:off x="952500" y="51689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}</a:t>
            </a:r>
          </a:p>
        </p:txBody>
      </p:sp>
      <p:sp>
        <p:nvSpPr>
          <p:cNvPr id="634" name="S634"/>
          <p:cNvSpPr/>
          <p:nvPr/>
        </p:nvSpPr>
        <p:spPr>
          <a:xfrm>
            <a:off x="952500" y="5384800"/>
            <a:ext cx="10287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F4A261"/>
                </a:solidFill>
                <a:latin typeface="Consolas"/>
              </a:rPr>
              <a:t>xTaskCreatePinnedToCore(dsp_task,"dsp",8192,NULL,5,NULL,1);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64770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⚡ pinning na core 1 deixa core 0 livre p/ WiFi / BLE — DSP determinístico.</a:t>
            </a:r>
          </a:p>
        </p:txBody>
      </p:sp>
    </p:spTree>
    <p:extLst>
      <p:ext uri="{BB962C8B-B14F-4D97-AF65-F5344CB8AC3E}">
        <p14:creationId xmlns:p14="http://schemas.microsoft.com/office/powerpoint/2010/main" val="20377540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000" b="1" dirty="0">
                <a:solidFill>
                  <a:srgbClr val="1A2332"/>
                </a:solidFill>
              </a:rPr>
              <a:t>Double buffer — DMA escreve, DSP processa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enquanto o DMA enche o buffer A, a CPU processa o buffer B — sem perder amostras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25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762000" y="1651000"/>
            <a:ext cx="5207000" cy="101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2" name="S202"/>
          <p:cNvSpPr/>
          <p:nvPr/>
        </p:nvSpPr>
        <p:spPr>
          <a:xfrm>
            <a:off x="952500" y="19050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E63946"/>
                </a:solidFill>
              </a:rPr>
              <a:t>BUFFER A</a:t>
            </a:r>
          </a:p>
        </p:txBody>
      </p:sp>
      <p:sp>
        <p:nvSpPr>
          <p:cNvPr id="203" name="S203"/>
          <p:cNvSpPr/>
          <p:nvPr/>
        </p:nvSpPr>
        <p:spPr>
          <a:xfrm>
            <a:off x="952500" y="2349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6C757D"/>
                </a:solidFill>
              </a:rPr>
              <a:t>DMA → escrevendo agora</a:t>
            </a:r>
          </a:p>
        </p:txBody>
      </p:sp>
      <p:sp>
        <p:nvSpPr>
          <p:cNvPr id="204" name="S204"/>
          <p:cNvSpPr/>
          <p:nvPr/>
        </p:nvSpPr>
        <p:spPr>
          <a:xfrm>
            <a:off x="952500" y="2794000"/>
            <a:ext cx="4826000" cy="3302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5" name="S205"/>
          <p:cNvSpPr/>
          <p:nvPr/>
        </p:nvSpPr>
        <p:spPr>
          <a:xfrm>
            <a:off x="952500" y="2794000"/>
            <a:ext cx="3048000" cy="3302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  <a:latin typeface="Consolas"/>
              </a:rPr>
              <a:t>63%</a:t>
            </a:r>
          </a:p>
        </p:txBody>
      </p:sp>
      <p:sp>
        <p:nvSpPr>
          <p:cNvPr id="206" name="S206"/>
          <p:cNvSpPr/>
          <p:nvPr/>
        </p:nvSpPr>
        <p:spPr>
          <a:xfrm>
            <a:off x="952500" y="3302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sample 161 / 256 · 8 kHz</a:t>
            </a:r>
          </a:p>
        </p:txBody>
      </p:sp>
      <p:sp>
        <p:nvSpPr>
          <p:cNvPr id="207" name="S207"/>
          <p:cNvSpPr/>
          <p:nvPr/>
        </p:nvSpPr>
        <p:spPr>
          <a:xfrm>
            <a:off x="952500" y="3683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E63946"/>
                </a:solidFill>
              </a:rPr>
              <a:t>⏺  RECORDING</a:t>
            </a:r>
          </a:p>
        </p:txBody>
      </p:sp>
      <p:sp>
        <p:nvSpPr>
          <p:cNvPr id="300" name="S300"/>
          <p:cNvSpPr/>
          <p:nvPr/>
        </p:nvSpPr>
        <p:spPr>
          <a:xfrm>
            <a:off x="6223000" y="1651000"/>
            <a:ext cx="5207000" cy="25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01" name="S301"/>
          <p:cNvSpPr/>
          <p:nvPr/>
        </p:nvSpPr>
        <p:spPr>
          <a:xfrm>
            <a:off x="6223000" y="1651000"/>
            <a:ext cx="5207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2" name="S302"/>
          <p:cNvSpPr/>
          <p:nvPr/>
        </p:nvSpPr>
        <p:spPr>
          <a:xfrm>
            <a:off x="6413500" y="1905000"/>
            <a:ext cx="4826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2A9D8F"/>
                </a:solidFill>
              </a:rPr>
              <a:t>BUFFER B</a:t>
            </a:r>
          </a:p>
        </p:txBody>
      </p:sp>
      <p:sp>
        <p:nvSpPr>
          <p:cNvPr id="303" name="S303"/>
          <p:cNvSpPr/>
          <p:nvPr/>
        </p:nvSpPr>
        <p:spPr>
          <a:xfrm>
            <a:off x="6413500" y="2349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6C757D"/>
                </a:solidFill>
              </a:rPr>
              <a:t>DSP → processando agora</a:t>
            </a:r>
          </a:p>
        </p:txBody>
      </p:sp>
      <p:sp>
        <p:nvSpPr>
          <p:cNvPr id="304" name="S304"/>
          <p:cNvSpPr/>
          <p:nvPr/>
        </p:nvSpPr>
        <p:spPr>
          <a:xfrm>
            <a:off x="6413500" y="2794000"/>
            <a:ext cx="4826000" cy="330200"/>
          </a:xfrm>
          <a:prstGeom prst="roundRect">
            <a:avLst/>
          </a:prstGeom>
          <a:solidFill>
            <a:srgbClr val="DDF1E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5" name="S305"/>
          <p:cNvSpPr/>
          <p:nvPr/>
        </p:nvSpPr>
        <p:spPr>
          <a:xfrm>
            <a:off x="6413500" y="2794000"/>
            <a:ext cx="4064000" cy="3302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b="1" dirty="0">
                <a:solidFill>
                  <a:srgbClr val="FFFFFF"/>
                </a:solidFill>
                <a:latin typeface="Consolas"/>
              </a:rPr>
              <a:t>84%</a:t>
            </a:r>
          </a:p>
        </p:txBody>
      </p:sp>
      <p:sp>
        <p:nvSpPr>
          <p:cNvPr id="306" name="S306"/>
          <p:cNvSpPr/>
          <p:nvPr/>
        </p:nvSpPr>
        <p:spPr>
          <a:xfrm>
            <a:off x="6413500" y="3302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FFT em andamento... 215/256</a:t>
            </a:r>
          </a:p>
        </p:txBody>
      </p:sp>
      <p:sp>
        <p:nvSpPr>
          <p:cNvPr id="307" name="S307"/>
          <p:cNvSpPr/>
          <p:nvPr/>
        </p:nvSpPr>
        <p:spPr>
          <a:xfrm>
            <a:off x="6413500" y="3683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A9D8F"/>
                </a:solidFill>
              </a:rPr>
              <a:t>⚙  PROCESSING</a:t>
            </a:r>
          </a:p>
        </p:txBody>
      </p:sp>
      <p:sp>
        <p:nvSpPr>
          <p:cNvPr id="400" name="S400"/>
          <p:cNvSpPr/>
          <p:nvPr/>
        </p:nvSpPr>
        <p:spPr>
          <a:xfrm>
            <a:off x="5969000" y="2540000"/>
            <a:ext cx="304800" cy="381000"/>
          </a:xfrm>
          <a:prstGeom prst="leftRightArrow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01" name="S401"/>
          <p:cNvSpPr/>
          <p:nvPr/>
        </p:nvSpPr>
        <p:spPr>
          <a:xfrm>
            <a:off x="5842000" y="3048000"/>
            <a:ext cx="635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b="1" dirty="0">
                <a:solidFill>
                  <a:srgbClr val="F4A261"/>
                </a:solidFill>
                <a:latin typeface="Consolas"/>
              </a:rPr>
              <a:t>swap</a:t>
            </a:r>
          </a:p>
        </p:txBody>
      </p:sp>
      <p:sp>
        <p:nvSpPr>
          <p:cNvPr id="500" name="S500"/>
          <p:cNvSpPr/>
          <p:nvPr/>
        </p:nvSpPr>
        <p:spPr>
          <a:xfrm>
            <a:off x="762000" y="4445000"/>
            <a:ext cx="10668000" cy="2159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952500" y="45720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b="1" dirty="0">
                <a:solidFill>
                  <a:srgbClr val="E5E5E0"/>
                </a:solidFill>
                <a:latin typeface="Consolas"/>
              </a:rPr>
              <a:t>double_buffer.c</a:t>
            </a:r>
          </a:p>
        </p:txBody>
      </p:sp>
      <p:sp>
        <p:nvSpPr>
          <p:cNvPr id="898" name="S898"/>
          <p:cNvSpPr/>
          <p:nvPr/>
        </p:nvSpPr>
        <p:spPr>
          <a:xfrm>
            <a:off x="952500" y="4927600"/>
            <a:ext cx="10287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float buf_a[256], buf_b[256];</a:t>
            </a:r>
          </a:p>
        </p:txBody>
      </p:sp>
      <p:sp>
        <p:nvSpPr>
          <p:cNvPr id="914" name="S914"/>
          <p:cNvSpPr/>
          <p:nvPr/>
        </p:nvSpPr>
        <p:spPr>
          <a:xfrm>
            <a:off x="952500" y="5130800"/>
            <a:ext cx="10287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float *capture_buf = buf_a, *process_buf = buf_b;</a:t>
            </a:r>
          </a:p>
        </p:txBody>
      </p:sp>
      <p:sp>
        <p:nvSpPr>
          <p:cNvPr id="934" name="S934"/>
          <p:cNvSpPr/>
          <p:nvPr/>
        </p:nvSpPr>
        <p:spPr>
          <a:xfrm>
            <a:off x="952500" y="5384800"/>
            <a:ext cx="10287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callback do DMA — chamado a cada 32 ms</a:t>
            </a:r>
          </a:p>
        </p:txBody>
      </p:sp>
      <p:sp>
        <p:nvSpPr>
          <p:cNvPr id="950" name="S950"/>
          <p:cNvSpPr/>
          <p:nvPr/>
        </p:nvSpPr>
        <p:spPr>
          <a:xfrm>
            <a:off x="952500" y="5588000"/>
            <a:ext cx="10287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void on_dma_complete(void) {</a:t>
            </a:r>
          </a:p>
        </p:txBody>
      </p:sp>
      <p:sp>
        <p:nvSpPr>
          <p:cNvPr id="966" name="S966"/>
          <p:cNvSpPr/>
          <p:nvPr/>
        </p:nvSpPr>
        <p:spPr>
          <a:xfrm>
            <a:off x="952500" y="5791200"/>
            <a:ext cx="10287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63946"/>
                </a:solidFill>
                <a:latin typeface="Consolas"/>
              </a:rPr>
              <a:t>    SWAP(capture_buf, process_buf);   // ping-pong</a:t>
            </a:r>
          </a:p>
        </p:txBody>
      </p:sp>
      <p:sp>
        <p:nvSpPr>
          <p:cNvPr id="982" name="S982"/>
          <p:cNvSpPr/>
          <p:nvPr/>
        </p:nvSpPr>
        <p:spPr>
          <a:xfrm>
            <a:off x="952500" y="5994400"/>
            <a:ext cx="10287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F4A261"/>
                </a:solidFill>
                <a:latin typeface="Consolas"/>
              </a:rPr>
              <a:t>    xSemaphoreGiveFromISR(sem, NULL); // libera DSP</a:t>
            </a:r>
          </a:p>
        </p:txBody>
      </p:sp>
      <p:sp>
        <p:nvSpPr>
          <p:cNvPr id="998" name="S998"/>
          <p:cNvSpPr/>
          <p:nvPr/>
        </p:nvSpPr>
        <p:spPr>
          <a:xfrm>
            <a:off x="952500" y="6197600"/>
            <a:ext cx="10287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420738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000" b="1" dirty="0">
                <a:solidFill>
                  <a:srgbClr val="1A2332"/>
                </a:solidFill>
              </a:rPr>
              <a:t>Orçamento de tempo — 32 ms por bloco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a 8 kHz, 256 amostras chegam a cada 32 ms — quanto sobra para processar?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905000"/>
            <a:ext cx="10668000" cy="1143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20320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b="1" dirty="0">
                <a:solidFill>
                  <a:srgbClr val="E5E5E0"/>
                </a:solidFill>
                <a:latin typeface="Consolas"/>
              </a:rPr>
              <a:t>linha do tempo (ms)</a:t>
            </a:r>
          </a:p>
        </p:txBody>
      </p:sp>
      <p:sp>
        <p:nvSpPr>
          <p:cNvPr id="210" name="S210"/>
          <p:cNvSpPr/>
          <p:nvPr/>
        </p:nvSpPr>
        <p:spPr>
          <a:xfrm>
            <a:off x="952500" y="2476500"/>
            <a:ext cx="762000" cy="4572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FFFFFF"/>
                </a:solidFill>
                <a:latin typeface="Consolas"/>
              </a:rPr>
              <a:t>DMA</a:t>
            </a:r>
          </a:p>
        </p:txBody>
      </p:sp>
      <p:sp>
        <p:nvSpPr>
          <p:cNvPr id="213" name="S213"/>
          <p:cNvSpPr/>
          <p:nvPr/>
        </p:nvSpPr>
        <p:spPr>
          <a:xfrm>
            <a:off x="1714500" y="2476500"/>
            <a:ext cx="1524000" cy="457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FFFFFF"/>
                </a:solidFill>
                <a:latin typeface="Consolas"/>
              </a:rPr>
              <a:t>FIR  3.2 ms</a:t>
            </a:r>
          </a:p>
        </p:txBody>
      </p:sp>
      <p:sp>
        <p:nvSpPr>
          <p:cNvPr id="216" name="S216"/>
          <p:cNvSpPr/>
          <p:nvPr/>
        </p:nvSpPr>
        <p:spPr>
          <a:xfrm>
            <a:off x="3238500" y="2476500"/>
            <a:ext cx="1778000" cy="457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FFFFFF"/>
                </a:solidFill>
                <a:latin typeface="Consolas"/>
              </a:rPr>
              <a:t>FFT  4.8 ms</a:t>
            </a:r>
          </a:p>
        </p:txBody>
      </p:sp>
      <p:sp>
        <p:nvSpPr>
          <p:cNvPr id="219" name="S219"/>
          <p:cNvSpPr/>
          <p:nvPr/>
        </p:nvSpPr>
        <p:spPr>
          <a:xfrm>
            <a:off x="5016500" y="2476500"/>
            <a:ext cx="2286000" cy="457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FFFFFF"/>
                </a:solidFill>
                <a:latin typeface="Consolas"/>
              </a:rPr>
              <a:t>output  6.4 ms</a:t>
            </a:r>
          </a:p>
        </p:txBody>
      </p:sp>
      <p:sp>
        <p:nvSpPr>
          <p:cNvPr id="222" name="S222"/>
          <p:cNvSpPr/>
          <p:nvPr/>
        </p:nvSpPr>
        <p:spPr>
          <a:xfrm>
            <a:off x="7302500" y="2476500"/>
            <a:ext cx="3810000" cy="4572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FFFFFF"/>
                </a:solidFill>
                <a:latin typeface="Consolas"/>
              </a:rPr>
              <a:t>idle  17.6 ms (55%)</a:t>
            </a:r>
          </a:p>
        </p:txBody>
      </p:sp>
      <p:sp>
        <p:nvSpPr>
          <p:cNvPr id="300" name="S300"/>
          <p:cNvSpPr/>
          <p:nvPr/>
        </p:nvSpPr>
        <p:spPr>
          <a:xfrm>
            <a:off x="635000" y="29718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0</a:t>
            </a:r>
          </a:p>
        </p:txBody>
      </p:sp>
      <p:sp>
        <p:nvSpPr>
          <p:cNvPr id="301" name="S301"/>
          <p:cNvSpPr/>
          <p:nvPr/>
        </p:nvSpPr>
        <p:spPr>
          <a:xfrm>
            <a:off x="3302000" y="29718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8 ms</a:t>
            </a:r>
          </a:p>
        </p:txBody>
      </p:sp>
      <p:sp>
        <p:nvSpPr>
          <p:cNvPr id="302" name="S302"/>
          <p:cNvSpPr/>
          <p:nvPr/>
        </p:nvSpPr>
        <p:spPr>
          <a:xfrm>
            <a:off x="5969000" y="29718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16 ms</a:t>
            </a:r>
          </a:p>
        </p:txBody>
      </p:sp>
      <p:sp>
        <p:nvSpPr>
          <p:cNvPr id="303" name="S303"/>
          <p:cNvSpPr/>
          <p:nvPr/>
        </p:nvSpPr>
        <p:spPr>
          <a:xfrm>
            <a:off x="8636000" y="29718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24 ms</a:t>
            </a:r>
          </a:p>
        </p:txBody>
      </p:sp>
      <p:sp>
        <p:nvSpPr>
          <p:cNvPr id="304" name="S304"/>
          <p:cNvSpPr/>
          <p:nvPr/>
        </p:nvSpPr>
        <p:spPr>
          <a:xfrm>
            <a:off x="10795000" y="29718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32 ms</a:t>
            </a:r>
          </a:p>
        </p:txBody>
      </p:sp>
      <p:sp>
        <p:nvSpPr>
          <p:cNvPr id="500" name="S500"/>
          <p:cNvSpPr/>
          <p:nvPr/>
        </p:nvSpPr>
        <p:spPr>
          <a:xfrm>
            <a:off x="762000" y="3556000"/>
            <a:ext cx="3429000" cy="1651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762000" y="3556000"/>
            <a:ext cx="3429000" cy="76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2" name="S502"/>
          <p:cNvSpPr/>
          <p:nvPr/>
        </p:nvSpPr>
        <p:spPr>
          <a:xfrm>
            <a:off x="952500" y="37465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6C757D"/>
                </a:solidFill>
              </a:rPr>
              <a:t>CPU usado</a:t>
            </a:r>
          </a:p>
        </p:txBody>
      </p:sp>
      <p:sp>
        <p:nvSpPr>
          <p:cNvPr id="503" name="S503"/>
          <p:cNvSpPr/>
          <p:nvPr/>
        </p:nvSpPr>
        <p:spPr>
          <a:xfrm>
            <a:off x="952500" y="408940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4400" b="1" dirty="0">
                <a:solidFill>
                  <a:srgbClr val="E63946"/>
                </a:solidFill>
                <a:latin typeface="Consolas"/>
              </a:rPr>
              <a:t>45 %</a:t>
            </a:r>
          </a:p>
        </p:txBody>
      </p:sp>
      <p:sp>
        <p:nvSpPr>
          <p:cNvPr id="504" name="S504"/>
          <p:cNvSpPr/>
          <p:nvPr/>
        </p:nvSpPr>
        <p:spPr>
          <a:xfrm>
            <a:off x="952500" y="48895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14.4 ms / 32 ms</a:t>
            </a:r>
          </a:p>
        </p:txBody>
      </p:sp>
      <p:sp>
        <p:nvSpPr>
          <p:cNvPr id="510" name="S510"/>
          <p:cNvSpPr/>
          <p:nvPr/>
        </p:nvSpPr>
        <p:spPr>
          <a:xfrm>
            <a:off x="4318000" y="3556000"/>
            <a:ext cx="3429000" cy="1651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11" name="S511"/>
          <p:cNvSpPr/>
          <p:nvPr/>
        </p:nvSpPr>
        <p:spPr>
          <a:xfrm>
            <a:off x="4318000" y="3556000"/>
            <a:ext cx="342900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2" name="S512"/>
          <p:cNvSpPr/>
          <p:nvPr/>
        </p:nvSpPr>
        <p:spPr>
          <a:xfrm>
            <a:off x="4508500" y="37465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6C757D"/>
                </a:solidFill>
              </a:rPr>
              <a:t>Folga</a:t>
            </a:r>
          </a:p>
        </p:txBody>
      </p:sp>
      <p:sp>
        <p:nvSpPr>
          <p:cNvPr id="513" name="S513"/>
          <p:cNvSpPr/>
          <p:nvPr/>
        </p:nvSpPr>
        <p:spPr>
          <a:xfrm>
            <a:off x="4508500" y="408940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4400" b="1" dirty="0">
                <a:solidFill>
                  <a:srgbClr val="2A9D8F"/>
                </a:solidFill>
                <a:latin typeface="Consolas"/>
              </a:rPr>
              <a:t>55 %</a:t>
            </a:r>
          </a:p>
        </p:txBody>
      </p:sp>
      <p:sp>
        <p:nvSpPr>
          <p:cNvPr id="514" name="S514"/>
          <p:cNvSpPr/>
          <p:nvPr/>
        </p:nvSpPr>
        <p:spPr>
          <a:xfrm>
            <a:off x="4508500" y="48895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17.6 ms livres</a:t>
            </a:r>
          </a:p>
        </p:txBody>
      </p:sp>
      <p:sp>
        <p:nvSpPr>
          <p:cNvPr id="520" name="S520"/>
          <p:cNvSpPr/>
          <p:nvPr/>
        </p:nvSpPr>
        <p:spPr>
          <a:xfrm>
            <a:off x="7874000" y="3556000"/>
            <a:ext cx="3429000" cy="1651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21" name="S521"/>
          <p:cNvSpPr/>
          <p:nvPr/>
        </p:nvSpPr>
        <p:spPr>
          <a:xfrm>
            <a:off x="7874000" y="3556000"/>
            <a:ext cx="3429000" cy="76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2" name="S522"/>
          <p:cNvSpPr/>
          <p:nvPr/>
        </p:nvSpPr>
        <p:spPr>
          <a:xfrm>
            <a:off x="8064500" y="37465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6C757D"/>
                </a:solidFill>
              </a:rPr>
              <a:t>WCET</a:t>
            </a:r>
          </a:p>
        </p:txBody>
      </p:sp>
      <p:sp>
        <p:nvSpPr>
          <p:cNvPr id="523" name="S523"/>
          <p:cNvSpPr/>
          <p:nvPr/>
        </p:nvSpPr>
        <p:spPr>
          <a:xfrm>
            <a:off x="8064500" y="4089400"/>
            <a:ext cx="3048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4400" b="1" dirty="0">
                <a:solidFill>
                  <a:srgbClr val="F4A261"/>
                </a:solidFill>
                <a:latin typeface="Consolas"/>
              </a:rPr>
              <a:t>21 ms</a:t>
            </a:r>
          </a:p>
        </p:txBody>
      </p:sp>
      <p:sp>
        <p:nvSpPr>
          <p:cNvPr id="524" name="S524"/>
          <p:cNvSpPr/>
          <p:nvPr/>
        </p:nvSpPr>
        <p:spPr>
          <a:xfrm>
            <a:off x="8064500" y="48895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deadline 32 ms ✓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5461000"/>
            <a:ext cx="10668000" cy="11430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952500" y="5613400"/>
            <a:ext cx="10287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64653"/>
                </a:solidFill>
              </a:rPr>
              <a:t>📐  Regra de ouro — DSP em tempo real</a:t>
            </a:r>
          </a:p>
        </p:txBody>
      </p:sp>
      <p:sp>
        <p:nvSpPr>
          <p:cNvPr id="902" name="S902"/>
          <p:cNvSpPr/>
          <p:nvPr/>
        </p:nvSpPr>
        <p:spPr>
          <a:xfrm>
            <a:off x="952500" y="59690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264653"/>
                </a:solidFill>
                <a:latin typeface="Consolas"/>
              </a:rPr>
              <a:t>WCET (worst case)  &lt;  período do bloco  =  N / fs</a:t>
            </a:r>
          </a:p>
        </p:txBody>
      </p:sp>
      <p:sp>
        <p:nvSpPr>
          <p:cNvPr id="903" name="S903"/>
          <p:cNvSpPr/>
          <p:nvPr/>
        </p:nvSpPr>
        <p:spPr>
          <a:xfrm>
            <a:off x="952500" y="62865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57D"/>
                </a:solidFill>
              </a:rPr>
              <a:t>se sobra &lt;20% → aumente N, reduza fs ou use a versão _ae32 (SIMD).</a:t>
            </a:r>
          </a:p>
        </p:txBody>
      </p:sp>
    </p:spTree>
    <p:extLst>
      <p:ext uri="{BB962C8B-B14F-4D97-AF65-F5344CB8AC3E}">
        <p14:creationId xmlns:p14="http://schemas.microsoft.com/office/powerpoint/2010/main" val="15840718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1" name="S101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0" name="S200"/>
          <p:cNvSpPr/>
          <p:nvPr/>
        </p:nvSpPr>
        <p:spPr>
          <a:xfrm>
            <a:off x="1016000" y="1651000"/>
            <a:ext cx="3556000" cy="25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8000" b="1" dirty="0">
                <a:solidFill>
                  <a:srgbClr val="E63946"/>
                </a:solidFill>
                <a:latin typeface="Aptos Display"/>
              </a:rPr>
              <a:t>07</a:t>
            </a:r>
          </a:p>
        </p:txBody>
      </p:sp>
      <p:sp>
        <p:nvSpPr>
          <p:cNvPr id="300" name="S300"/>
          <p:cNvSpPr/>
          <p:nvPr/>
        </p:nvSpPr>
        <p:spPr>
          <a:xfrm>
            <a:off x="4826000" y="2032000"/>
            <a:ext cx="66040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5400" b="1" dirty="0">
                <a:solidFill>
                  <a:srgbClr val="FAFAF7"/>
                </a:solidFill>
                <a:latin typeface="Aptos Display"/>
              </a:rPr>
              <a:t>SIMD &amp; Performance</a:t>
            </a:r>
          </a:p>
        </p:txBody>
      </p:sp>
      <p:sp>
        <p:nvSpPr>
          <p:cNvPr id="301" name="S301"/>
          <p:cNvSpPr/>
          <p:nvPr/>
        </p:nvSpPr>
        <p:spPr>
          <a:xfrm>
            <a:off x="4826000" y="3175000"/>
            <a:ext cx="6604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200" dirty="0">
                <a:solidFill>
                  <a:srgbClr val="F4A261"/>
                </a:solidFill>
              </a:rPr>
              <a:t>Xtensa LX6 — paralelismo de instruções</a:t>
            </a:r>
          </a:p>
        </p:txBody>
      </p:sp>
      <p:sp>
        <p:nvSpPr>
          <p:cNvPr id="400" name="S400"/>
          <p:cNvSpPr/>
          <p:nvPr/>
        </p:nvSpPr>
        <p:spPr>
          <a:xfrm>
            <a:off x="4826000" y="3746500"/>
            <a:ext cx="6604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dirty="0">
                <a:solidFill>
                  <a:srgbClr val="E5E5E0"/>
                </a:solidFill>
              </a:rPr>
              <a:t>otimizações em assembly que multiplicam throughput</a:t>
            </a:r>
          </a:p>
        </p:txBody>
      </p:sp>
      <p:sp>
        <p:nvSpPr>
          <p:cNvPr id="500" name="S500"/>
          <p:cNvSpPr/>
          <p:nvPr/>
        </p:nvSpPr>
        <p:spPr>
          <a:xfrm>
            <a:off x="1016000" y="5207000"/>
            <a:ext cx="2286000" cy="114300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1016000" y="5334000"/>
            <a:ext cx="2286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FFFFFF"/>
                </a:solidFill>
                <a:latin typeface="Consolas"/>
              </a:rPr>
              <a:t>_ansi</a:t>
            </a:r>
          </a:p>
        </p:txBody>
      </p:sp>
      <p:sp>
        <p:nvSpPr>
          <p:cNvPr id="502" name="S502"/>
          <p:cNvSpPr/>
          <p:nvPr/>
        </p:nvSpPr>
        <p:spPr>
          <a:xfrm>
            <a:off x="1016000" y="59690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dirty="0">
                <a:solidFill>
                  <a:srgbClr val="FFFFFF"/>
                </a:solidFill>
              </a:rPr>
              <a:t>C puro</a:t>
            </a:r>
          </a:p>
        </p:txBody>
      </p:sp>
      <p:sp>
        <p:nvSpPr>
          <p:cNvPr id="505" name="S505"/>
          <p:cNvSpPr/>
          <p:nvPr/>
        </p:nvSpPr>
        <p:spPr>
          <a:xfrm>
            <a:off x="3556000" y="5207000"/>
            <a:ext cx="2286000" cy="11430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6" name="S506"/>
          <p:cNvSpPr/>
          <p:nvPr/>
        </p:nvSpPr>
        <p:spPr>
          <a:xfrm>
            <a:off x="3556000" y="5334000"/>
            <a:ext cx="2286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FFFFFF"/>
                </a:solidFill>
                <a:latin typeface="Consolas"/>
              </a:rPr>
              <a:t>_ae32</a:t>
            </a:r>
          </a:p>
        </p:txBody>
      </p:sp>
      <p:sp>
        <p:nvSpPr>
          <p:cNvPr id="507" name="S507"/>
          <p:cNvSpPr/>
          <p:nvPr/>
        </p:nvSpPr>
        <p:spPr>
          <a:xfrm>
            <a:off x="3556000" y="59690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dirty="0">
                <a:solidFill>
                  <a:srgbClr val="FFFFFF"/>
                </a:solidFill>
              </a:rPr>
              <a:t>Xtensa SIMD</a:t>
            </a:r>
          </a:p>
        </p:txBody>
      </p:sp>
      <p:sp>
        <p:nvSpPr>
          <p:cNvPr id="510" name="S510"/>
          <p:cNvSpPr/>
          <p:nvPr/>
        </p:nvSpPr>
        <p:spPr>
          <a:xfrm>
            <a:off x="6096000" y="5207000"/>
            <a:ext cx="2286000" cy="11430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1" name="S511"/>
          <p:cNvSpPr/>
          <p:nvPr/>
        </p:nvSpPr>
        <p:spPr>
          <a:xfrm>
            <a:off x="6096000" y="5334000"/>
            <a:ext cx="2286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FFFFFF"/>
                </a:solidFill>
                <a:latin typeface="Consolas"/>
              </a:rPr>
              <a:t>4× MAC</a:t>
            </a:r>
          </a:p>
        </p:txBody>
      </p:sp>
      <p:sp>
        <p:nvSpPr>
          <p:cNvPr id="512" name="S512"/>
          <p:cNvSpPr/>
          <p:nvPr/>
        </p:nvSpPr>
        <p:spPr>
          <a:xfrm>
            <a:off x="6096000" y="59690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dirty="0">
                <a:solidFill>
                  <a:srgbClr val="FFFFFF"/>
                </a:solidFill>
              </a:rPr>
              <a:t>por ciclo</a:t>
            </a:r>
          </a:p>
        </p:txBody>
      </p:sp>
      <p:sp>
        <p:nvSpPr>
          <p:cNvPr id="515" name="S515"/>
          <p:cNvSpPr/>
          <p:nvPr/>
        </p:nvSpPr>
        <p:spPr>
          <a:xfrm>
            <a:off x="8636000" y="5207000"/>
            <a:ext cx="2286000" cy="11430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6" name="S516"/>
          <p:cNvSpPr/>
          <p:nvPr/>
        </p:nvSpPr>
        <p:spPr>
          <a:xfrm>
            <a:off x="8636000" y="5334000"/>
            <a:ext cx="2286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2400" b="1" dirty="0">
                <a:solidFill>
                  <a:srgbClr val="FFFFFF"/>
                </a:solidFill>
                <a:latin typeface="Consolas"/>
              </a:rPr>
              <a:t>240 MHz</a:t>
            </a:r>
          </a:p>
        </p:txBody>
      </p:sp>
      <p:sp>
        <p:nvSpPr>
          <p:cNvPr id="517" name="S517"/>
          <p:cNvSpPr/>
          <p:nvPr/>
        </p:nvSpPr>
        <p:spPr>
          <a:xfrm>
            <a:off x="8636000" y="59690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400" dirty="0">
                <a:solidFill>
                  <a:srgbClr val="FFFFFF"/>
                </a:solidFill>
              </a:rPr>
              <a:t>clock CPU</a:t>
            </a:r>
          </a:p>
        </p:txBody>
      </p:sp>
    </p:spTree>
    <p:extLst>
      <p:ext uri="{BB962C8B-B14F-4D97-AF65-F5344CB8AC3E}">
        <p14:creationId xmlns:p14="http://schemas.microsoft.com/office/powerpoint/2010/main" val="2851218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000" b="1" dirty="0">
                <a:solidFill>
                  <a:srgbClr val="1A2332"/>
                </a:solidFill>
              </a:rPr>
              <a:t>_ansi  vs  _ae32 — a mesma API, dois mundos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a esp-dsp expõe duas variantes de cada função — escolha conforme o contexto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4445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762000" y="1651000"/>
            <a:ext cx="5207000" cy="1016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2" name="S202"/>
          <p:cNvSpPr/>
          <p:nvPr/>
        </p:nvSpPr>
        <p:spPr>
          <a:xfrm>
            <a:off x="952500" y="1905000"/>
            <a:ext cx="4826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800" b="1" dirty="0">
                <a:solidFill>
                  <a:srgbClr val="6C757D"/>
                </a:solidFill>
                <a:latin typeface="Consolas"/>
              </a:rPr>
              <a:t>_ansi</a:t>
            </a:r>
          </a:p>
        </p:txBody>
      </p:sp>
      <p:sp>
        <p:nvSpPr>
          <p:cNvPr id="203" name="S203"/>
          <p:cNvSpPr/>
          <p:nvPr/>
        </p:nvSpPr>
        <p:spPr>
          <a:xfrm>
            <a:off x="952500" y="23876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</a:rPr>
              <a:t>C puro · portátil · qualquer alvo</a:t>
            </a:r>
          </a:p>
        </p:txBody>
      </p:sp>
      <p:sp>
        <p:nvSpPr>
          <p:cNvPr id="204" name="S204"/>
          <p:cNvSpPr/>
          <p:nvPr/>
        </p:nvSpPr>
        <p:spPr>
          <a:xfrm>
            <a:off x="952500" y="2794000"/>
            <a:ext cx="4826000" cy="1651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5" name="S205"/>
          <p:cNvSpPr/>
          <p:nvPr/>
        </p:nvSpPr>
        <p:spPr>
          <a:xfrm>
            <a:off x="1079500" y="29210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dot product ANSI</a:t>
            </a:r>
          </a:p>
        </p:txBody>
      </p:sp>
      <p:sp>
        <p:nvSpPr>
          <p:cNvPr id="206" name="S206"/>
          <p:cNvSpPr/>
          <p:nvPr/>
        </p:nvSpPr>
        <p:spPr>
          <a:xfrm>
            <a:off x="1079500" y="32258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float acc = 0;</a:t>
            </a:r>
          </a:p>
        </p:txBody>
      </p:sp>
      <p:sp>
        <p:nvSpPr>
          <p:cNvPr id="207" name="S207"/>
          <p:cNvSpPr/>
          <p:nvPr/>
        </p:nvSpPr>
        <p:spPr>
          <a:xfrm>
            <a:off x="1079500" y="35052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for (int i=0;i&lt;N;i++)</a:t>
            </a:r>
          </a:p>
        </p:txBody>
      </p:sp>
      <p:sp>
        <p:nvSpPr>
          <p:cNvPr id="208" name="S208"/>
          <p:cNvSpPr/>
          <p:nvPr/>
        </p:nvSpPr>
        <p:spPr>
          <a:xfrm>
            <a:off x="1079500" y="37846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acc += a[i]*b[i];</a:t>
            </a:r>
          </a:p>
        </p:txBody>
      </p:sp>
      <p:sp>
        <p:nvSpPr>
          <p:cNvPr id="209" name="S209"/>
          <p:cNvSpPr/>
          <p:nvPr/>
        </p:nvSpPr>
        <p:spPr>
          <a:xfrm>
            <a:off x="1079500" y="40640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1 MAC por ciclo</a:t>
            </a:r>
          </a:p>
        </p:txBody>
      </p:sp>
      <p:sp>
        <p:nvSpPr>
          <p:cNvPr id="210" name="S210"/>
          <p:cNvSpPr/>
          <p:nvPr/>
        </p:nvSpPr>
        <p:spPr>
          <a:xfrm>
            <a:off x="952500" y="4572000"/>
            <a:ext cx="2286000" cy="1270000"/>
          </a:xfrm>
          <a:prstGeom prst="roundRect">
            <a:avLst/>
          </a:prstGeom>
          <a:solidFill>
            <a:srgbClr val="F4F4F0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3200" b="1" dirty="0">
                <a:solidFill>
                  <a:srgbClr val="6C757D"/>
                </a:solidFill>
                <a:latin typeface="Consolas"/>
              </a:rPr>
              <a:t>5.10 ms</a:t>
            </a:r>
          </a:p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</a:rPr>
              <a:t>FIR 64 taps · N=512</a:t>
            </a:r>
          </a:p>
        </p:txBody>
      </p:sp>
      <p:sp>
        <p:nvSpPr>
          <p:cNvPr id="211" name="S211"/>
          <p:cNvSpPr/>
          <p:nvPr/>
        </p:nvSpPr>
        <p:spPr>
          <a:xfrm>
            <a:off x="3365500" y="4572000"/>
            <a:ext cx="2413000" cy="1270000"/>
          </a:xfrm>
          <a:prstGeom prst="roundRect">
            <a:avLst/>
          </a:prstGeom>
          <a:solidFill>
            <a:srgbClr val="F4F4F0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3200" b="1" dirty="0">
                <a:solidFill>
                  <a:srgbClr val="6C757D"/>
                </a:solidFill>
                <a:latin typeface="Consolas"/>
              </a:rPr>
              <a:t>1.0 ×</a:t>
            </a:r>
          </a:p>
          <a:p>
            <a:pPr algn="ctr">
              <a:buNone/>
            </a:pPr>
            <a:r>
              <a:rPr lang="pt-BR" sz="1100" dirty="0">
                <a:solidFill>
                  <a:srgbClr val="6C757D"/>
                </a:solidFill>
              </a:rPr>
              <a:t>baseline</a:t>
            </a:r>
          </a:p>
        </p:txBody>
      </p:sp>
      <p:sp>
        <p:nvSpPr>
          <p:cNvPr id="500" name="S500"/>
          <p:cNvSpPr/>
          <p:nvPr/>
        </p:nvSpPr>
        <p:spPr>
          <a:xfrm>
            <a:off x="6223000" y="1651000"/>
            <a:ext cx="5207000" cy="4445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6223000" y="1651000"/>
            <a:ext cx="5207000" cy="101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2" name="S502"/>
          <p:cNvSpPr/>
          <p:nvPr/>
        </p:nvSpPr>
        <p:spPr>
          <a:xfrm>
            <a:off x="6413500" y="1905000"/>
            <a:ext cx="4826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800" b="1" dirty="0">
                <a:solidFill>
                  <a:srgbClr val="E63946"/>
                </a:solidFill>
                <a:latin typeface="Consolas"/>
              </a:rPr>
              <a:t>_ae32</a:t>
            </a:r>
          </a:p>
        </p:txBody>
      </p:sp>
      <p:sp>
        <p:nvSpPr>
          <p:cNvPr id="503" name="S503"/>
          <p:cNvSpPr/>
          <p:nvPr/>
        </p:nvSpPr>
        <p:spPr>
          <a:xfrm>
            <a:off x="6413500" y="23876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</a:rPr>
              <a:t>assembly Xtensa · SIMD 4-wide · ESP32 only</a:t>
            </a:r>
          </a:p>
        </p:txBody>
      </p:sp>
      <p:sp>
        <p:nvSpPr>
          <p:cNvPr id="504" name="S504"/>
          <p:cNvSpPr/>
          <p:nvPr/>
        </p:nvSpPr>
        <p:spPr>
          <a:xfrm>
            <a:off x="6413500" y="2794000"/>
            <a:ext cx="4826000" cy="1651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5" name="S505"/>
          <p:cNvSpPr/>
          <p:nvPr/>
        </p:nvSpPr>
        <p:spPr>
          <a:xfrm>
            <a:off x="6540500" y="29210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dot product AE32 (assembly)</a:t>
            </a:r>
          </a:p>
        </p:txBody>
      </p:sp>
      <p:sp>
        <p:nvSpPr>
          <p:cNvPr id="506" name="S506"/>
          <p:cNvSpPr/>
          <p:nvPr/>
        </p:nvSpPr>
        <p:spPr>
          <a:xfrm>
            <a:off x="6540500" y="32258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F4A261"/>
                </a:solidFill>
                <a:latin typeface="Consolas"/>
              </a:rPr>
              <a:t>LDIU.X q0, a2 ; load 4 floats</a:t>
            </a:r>
          </a:p>
        </p:txBody>
      </p:sp>
      <p:sp>
        <p:nvSpPr>
          <p:cNvPr id="507" name="S507"/>
          <p:cNvSpPr/>
          <p:nvPr/>
        </p:nvSpPr>
        <p:spPr>
          <a:xfrm>
            <a:off x="6540500" y="35052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F4A261"/>
                </a:solidFill>
                <a:latin typeface="Consolas"/>
              </a:rPr>
              <a:t>LDIU.X q1, a3</a:t>
            </a:r>
          </a:p>
        </p:txBody>
      </p:sp>
      <p:sp>
        <p:nvSpPr>
          <p:cNvPr id="508" name="S508"/>
          <p:cNvSpPr/>
          <p:nvPr/>
        </p:nvSpPr>
        <p:spPr>
          <a:xfrm>
            <a:off x="6540500" y="37846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63946"/>
                </a:solidFill>
                <a:latin typeface="Consolas"/>
              </a:rPr>
              <a:t>MULA.S.LL.LDINC q2, q0, q1</a:t>
            </a:r>
          </a:p>
        </p:txBody>
      </p:sp>
      <p:sp>
        <p:nvSpPr>
          <p:cNvPr id="509" name="S509"/>
          <p:cNvSpPr/>
          <p:nvPr/>
        </p:nvSpPr>
        <p:spPr>
          <a:xfrm>
            <a:off x="6540500" y="4064000"/>
            <a:ext cx="457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// 4 MACs por ciclo  ⚡</a:t>
            </a:r>
          </a:p>
        </p:txBody>
      </p:sp>
      <p:sp>
        <p:nvSpPr>
          <p:cNvPr id="510" name="S510"/>
          <p:cNvSpPr/>
          <p:nvPr/>
        </p:nvSpPr>
        <p:spPr>
          <a:xfrm>
            <a:off x="6413500" y="4572000"/>
            <a:ext cx="2286000" cy="12700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3200" b="1" dirty="0">
                <a:solidFill>
                  <a:srgbClr val="E63946"/>
                </a:solidFill>
                <a:latin typeface="Consolas"/>
              </a:rPr>
              <a:t>1.42 ms</a:t>
            </a:r>
          </a:p>
          <a:p>
            <a:pPr algn="ctr">
              <a:buNone/>
            </a:pPr>
            <a:r>
              <a:rPr lang="pt-BR" sz="1100" dirty="0">
                <a:solidFill>
                  <a:srgbClr val="E63946"/>
                </a:solidFill>
              </a:rPr>
              <a:t>FIR 64 taps · N=512</a:t>
            </a:r>
          </a:p>
        </p:txBody>
      </p:sp>
      <p:sp>
        <p:nvSpPr>
          <p:cNvPr id="511" name="S511"/>
          <p:cNvSpPr/>
          <p:nvPr/>
        </p:nvSpPr>
        <p:spPr>
          <a:xfrm>
            <a:off x="8826500" y="4572000"/>
            <a:ext cx="2413000" cy="1270000"/>
          </a:xfrm>
          <a:prstGeom prst="roundRect">
            <a:avLst/>
          </a:prstGeom>
          <a:solidFill>
            <a:srgbClr val="DDF1ED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3200" b="1" dirty="0">
                <a:solidFill>
                  <a:srgbClr val="2A9D8F"/>
                </a:solidFill>
                <a:latin typeface="Consolas"/>
              </a:rPr>
              <a:t>3.6 ×</a:t>
            </a:r>
          </a:p>
          <a:p>
            <a:pPr algn="ctr">
              <a:buNone/>
            </a:pPr>
            <a:r>
              <a:rPr lang="pt-BR" sz="1100" dirty="0">
                <a:solidFill>
                  <a:srgbClr val="2A9D8F"/>
                </a:solidFill>
              </a:rPr>
              <a:t>speedup vs _ansi</a:t>
            </a:r>
          </a:p>
        </p:txBody>
      </p:sp>
    </p:spTree>
    <p:extLst>
      <p:ext uri="{BB962C8B-B14F-4D97-AF65-F5344CB8AC3E}">
        <p14:creationId xmlns:p14="http://schemas.microsoft.com/office/powerpoint/2010/main" val="3485079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000" b="1" dirty="0">
                <a:solidFill>
                  <a:srgbClr val="1A2332"/>
                </a:solidFill>
              </a:rPr>
              <a:t>Benchmark — esp-dsp em ESP32 @240 MHz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892092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tempo de execução por bloco (µs) · N=1024 · float32 · valores menores são melhores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0D8DA317-FE73-11FA-662C-F65B0F08C4A2}"/>
              </a:ext>
            </a:extLst>
          </p:cNvPr>
          <p:cNvGrpSpPr/>
          <p:nvPr/>
        </p:nvGrpSpPr>
        <p:grpSpPr>
          <a:xfrm>
            <a:off x="505940" y="1400092"/>
            <a:ext cx="11180119" cy="4245583"/>
            <a:chOff x="605481" y="1742302"/>
            <a:chExt cx="11180119" cy="4245583"/>
          </a:xfrm>
        </p:grpSpPr>
        <p:sp>
          <p:nvSpPr>
            <p:cNvPr id="200" name="S200"/>
            <p:cNvSpPr/>
            <p:nvPr/>
          </p:nvSpPr>
          <p:spPr>
            <a:xfrm>
              <a:off x="605481" y="1742302"/>
              <a:ext cx="11180119" cy="4245583"/>
            </a:xfrm>
            <a:prstGeom prst="roundRect">
              <a:avLst/>
            </a:prstGeom>
            <a:solidFill>
              <a:srgbClr val="FFFFFF"/>
            </a:solidFill>
            <a:ln w="6350">
              <a:solidFill>
                <a:srgbClr val="E5E5E0"/>
              </a:solidFill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0" name="S300"/>
            <p:cNvSpPr/>
            <p:nvPr/>
          </p:nvSpPr>
          <p:spPr>
            <a:xfrm>
              <a:off x="952500" y="1841500"/>
              <a:ext cx="2032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b="1" dirty="0">
                  <a:solidFill>
                    <a:srgbClr val="6C757D"/>
                  </a:solidFill>
                </a:rPr>
                <a:t>operação</a:t>
              </a:r>
            </a:p>
          </p:txBody>
        </p:sp>
        <p:sp>
          <p:nvSpPr>
            <p:cNvPr id="301" name="S301"/>
            <p:cNvSpPr/>
            <p:nvPr/>
          </p:nvSpPr>
          <p:spPr>
            <a:xfrm>
              <a:off x="3175000" y="1841500"/>
              <a:ext cx="6858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300" b="1" dirty="0">
                  <a:solidFill>
                    <a:srgbClr val="6C757D"/>
                  </a:solidFill>
                  <a:latin typeface="Consolas"/>
                </a:rPr>
                <a:t>tempo de execução (µs) →</a:t>
              </a:r>
            </a:p>
          </p:txBody>
        </p:sp>
        <p:sp>
          <p:nvSpPr>
            <p:cNvPr id="400" name="S400"/>
            <p:cNvSpPr/>
            <p:nvPr/>
          </p:nvSpPr>
          <p:spPr>
            <a:xfrm>
              <a:off x="952500" y="2286000"/>
              <a:ext cx="20320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500" b="1" dirty="0">
                  <a:solidFill>
                    <a:srgbClr val="264653"/>
                  </a:solidFill>
                </a:rPr>
                <a:t>FIR 64 taps</a:t>
              </a:r>
            </a:p>
          </p:txBody>
        </p:sp>
        <p:sp>
          <p:nvSpPr>
            <p:cNvPr id="401" name="S401"/>
            <p:cNvSpPr/>
            <p:nvPr/>
          </p:nvSpPr>
          <p:spPr>
            <a:xfrm>
              <a:off x="3175000" y="2095500"/>
              <a:ext cx="6858000" cy="279400"/>
            </a:xfrm>
            <a:prstGeom prst="roundRect">
              <a:avLst/>
            </a:prstGeom>
            <a:solidFill>
              <a:srgbClr val="6C757D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02" name="S402"/>
            <p:cNvSpPr/>
            <p:nvPr/>
          </p:nvSpPr>
          <p:spPr>
            <a:xfrm>
              <a:off x="10134600" y="2095500"/>
              <a:ext cx="1651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200" dirty="0">
                  <a:solidFill>
                    <a:srgbClr val="6C757D"/>
                  </a:solidFill>
                  <a:latin typeface="Consolas"/>
                </a:rPr>
                <a:t>5100 µs (ansi)</a:t>
              </a:r>
            </a:p>
          </p:txBody>
        </p:sp>
        <p:sp>
          <p:nvSpPr>
            <p:cNvPr id="403" name="S403"/>
            <p:cNvSpPr/>
            <p:nvPr/>
          </p:nvSpPr>
          <p:spPr>
            <a:xfrm>
              <a:off x="3175000" y="2400300"/>
              <a:ext cx="1905000" cy="279400"/>
            </a:xfrm>
            <a:prstGeom prst="roundRect">
              <a:avLst/>
            </a:prstGeom>
            <a:solidFill>
              <a:srgbClr val="E63946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04" name="S404"/>
            <p:cNvSpPr/>
            <p:nvPr/>
          </p:nvSpPr>
          <p:spPr>
            <a:xfrm>
              <a:off x="5181600" y="2400300"/>
              <a:ext cx="2540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200" b="1" dirty="0">
                  <a:solidFill>
                    <a:srgbClr val="E63946"/>
                  </a:solidFill>
                  <a:latin typeface="Consolas"/>
                </a:rPr>
                <a:t>1420 µs (ae32)  →  3.6×</a:t>
              </a:r>
            </a:p>
          </p:txBody>
        </p:sp>
        <p:sp>
          <p:nvSpPr>
            <p:cNvPr id="410" name="S410"/>
            <p:cNvSpPr/>
            <p:nvPr/>
          </p:nvSpPr>
          <p:spPr>
            <a:xfrm>
              <a:off x="952500" y="3073400"/>
              <a:ext cx="20320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500" b="1" dirty="0">
                  <a:solidFill>
                    <a:srgbClr val="264653"/>
                  </a:solidFill>
                </a:rPr>
                <a:t>Biquad cascade × 4</a:t>
              </a:r>
            </a:p>
          </p:txBody>
        </p:sp>
        <p:sp>
          <p:nvSpPr>
            <p:cNvPr id="411" name="S411"/>
            <p:cNvSpPr/>
            <p:nvPr/>
          </p:nvSpPr>
          <p:spPr>
            <a:xfrm>
              <a:off x="3175000" y="2882900"/>
              <a:ext cx="2489200" cy="279400"/>
            </a:xfrm>
            <a:prstGeom prst="roundRect">
              <a:avLst/>
            </a:prstGeom>
            <a:solidFill>
              <a:srgbClr val="6C757D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12" name="S412"/>
            <p:cNvSpPr/>
            <p:nvPr/>
          </p:nvSpPr>
          <p:spPr>
            <a:xfrm>
              <a:off x="5765800" y="2882900"/>
              <a:ext cx="1651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200" dirty="0">
                  <a:solidFill>
                    <a:srgbClr val="6C757D"/>
                  </a:solidFill>
                  <a:latin typeface="Consolas"/>
                </a:rPr>
                <a:t>1850 µs (ansi)</a:t>
              </a:r>
            </a:p>
          </p:txBody>
        </p:sp>
        <p:sp>
          <p:nvSpPr>
            <p:cNvPr id="413" name="S413"/>
            <p:cNvSpPr/>
            <p:nvPr/>
          </p:nvSpPr>
          <p:spPr>
            <a:xfrm>
              <a:off x="3175000" y="3187700"/>
              <a:ext cx="749300" cy="279400"/>
            </a:xfrm>
            <a:prstGeom prst="roundRect">
              <a:avLst/>
            </a:prstGeom>
            <a:solidFill>
              <a:srgbClr val="E63946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14" name="S414"/>
            <p:cNvSpPr/>
            <p:nvPr/>
          </p:nvSpPr>
          <p:spPr>
            <a:xfrm>
              <a:off x="4025900" y="3187700"/>
              <a:ext cx="2540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200" b="1" dirty="0">
                  <a:solidFill>
                    <a:srgbClr val="E63946"/>
                  </a:solidFill>
                  <a:latin typeface="Consolas"/>
                </a:rPr>
                <a:t>560 µs (ae32)  →  3.3×</a:t>
              </a:r>
            </a:p>
          </p:txBody>
        </p:sp>
        <p:sp>
          <p:nvSpPr>
            <p:cNvPr id="420" name="S420"/>
            <p:cNvSpPr/>
            <p:nvPr/>
          </p:nvSpPr>
          <p:spPr>
            <a:xfrm>
              <a:off x="952500" y="3860800"/>
              <a:ext cx="20320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500" b="1" dirty="0">
                  <a:solidFill>
                    <a:srgbClr val="264653"/>
                  </a:solidFill>
                </a:rPr>
                <a:t>FFT 1024</a:t>
              </a:r>
            </a:p>
          </p:txBody>
        </p:sp>
        <p:sp>
          <p:nvSpPr>
            <p:cNvPr id="421" name="S421"/>
            <p:cNvSpPr/>
            <p:nvPr/>
          </p:nvSpPr>
          <p:spPr>
            <a:xfrm>
              <a:off x="3175000" y="3670300"/>
              <a:ext cx="4305300" cy="279400"/>
            </a:xfrm>
            <a:prstGeom prst="roundRect">
              <a:avLst/>
            </a:prstGeom>
            <a:solidFill>
              <a:srgbClr val="6C757D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22" name="S422"/>
            <p:cNvSpPr/>
            <p:nvPr/>
          </p:nvSpPr>
          <p:spPr>
            <a:xfrm>
              <a:off x="7581900" y="3670300"/>
              <a:ext cx="1651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200" dirty="0">
                  <a:solidFill>
                    <a:srgbClr val="6C757D"/>
                  </a:solidFill>
                  <a:latin typeface="Consolas"/>
                </a:rPr>
                <a:t>3200 µs (ansi)</a:t>
              </a:r>
            </a:p>
          </p:txBody>
        </p:sp>
        <p:sp>
          <p:nvSpPr>
            <p:cNvPr id="423" name="S423"/>
            <p:cNvSpPr/>
            <p:nvPr/>
          </p:nvSpPr>
          <p:spPr>
            <a:xfrm>
              <a:off x="3175000" y="3975100"/>
              <a:ext cx="1054100" cy="279400"/>
            </a:xfrm>
            <a:prstGeom prst="roundRect">
              <a:avLst/>
            </a:prstGeom>
            <a:solidFill>
              <a:srgbClr val="E63946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24" name="S424"/>
            <p:cNvSpPr/>
            <p:nvPr/>
          </p:nvSpPr>
          <p:spPr>
            <a:xfrm>
              <a:off x="4330700" y="3975100"/>
              <a:ext cx="2540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200" b="1" dirty="0">
                  <a:solidFill>
                    <a:srgbClr val="E63946"/>
                  </a:solidFill>
                  <a:latin typeface="Consolas"/>
                </a:rPr>
                <a:t>780 µs (ae32)  →  4.1×</a:t>
              </a:r>
            </a:p>
          </p:txBody>
        </p:sp>
        <p:sp>
          <p:nvSpPr>
            <p:cNvPr id="430" name="S430"/>
            <p:cNvSpPr/>
            <p:nvPr/>
          </p:nvSpPr>
          <p:spPr>
            <a:xfrm>
              <a:off x="952500" y="4648200"/>
              <a:ext cx="20320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500" b="1" dirty="0">
                  <a:solidFill>
                    <a:srgbClr val="264653"/>
                  </a:solidFill>
                </a:rPr>
                <a:t>Dot product</a:t>
              </a:r>
            </a:p>
          </p:txBody>
        </p:sp>
        <p:sp>
          <p:nvSpPr>
            <p:cNvPr id="431" name="S431"/>
            <p:cNvSpPr/>
            <p:nvPr/>
          </p:nvSpPr>
          <p:spPr>
            <a:xfrm>
              <a:off x="3175000" y="4457700"/>
              <a:ext cx="1320800" cy="279400"/>
            </a:xfrm>
            <a:prstGeom prst="roundRect">
              <a:avLst/>
            </a:prstGeom>
            <a:solidFill>
              <a:srgbClr val="6C757D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32" name="S432"/>
            <p:cNvSpPr/>
            <p:nvPr/>
          </p:nvSpPr>
          <p:spPr>
            <a:xfrm>
              <a:off x="4597400" y="4457700"/>
              <a:ext cx="1651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200" dirty="0">
                  <a:solidFill>
                    <a:srgbClr val="6C757D"/>
                  </a:solidFill>
                  <a:latin typeface="Consolas"/>
                </a:rPr>
                <a:t>980 µs (ansi)</a:t>
              </a:r>
            </a:p>
          </p:txBody>
        </p:sp>
        <p:sp>
          <p:nvSpPr>
            <p:cNvPr id="433" name="S433"/>
            <p:cNvSpPr/>
            <p:nvPr/>
          </p:nvSpPr>
          <p:spPr>
            <a:xfrm>
              <a:off x="3175000" y="4762500"/>
              <a:ext cx="330200" cy="279400"/>
            </a:xfrm>
            <a:prstGeom prst="roundRect">
              <a:avLst/>
            </a:prstGeom>
            <a:solidFill>
              <a:srgbClr val="E63946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34" name="S434"/>
            <p:cNvSpPr/>
            <p:nvPr/>
          </p:nvSpPr>
          <p:spPr>
            <a:xfrm>
              <a:off x="3606800" y="4762500"/>
              <a:ext cx="2540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200" b="1" dirty="0">
                  <a:solidFill>
                    <a:srgbClr val="E63946"/>
                  </a:solidFill>
                  <a:latin typeface="Consolas"/>
                </a:rPr>
                <a:t>245 µs (ae32)  →  4.0×</a:t>
              </a:r>
            </a:p>
          </p:txBody>
        </p:sp>
        <p:sp>
          <p:nvSpPr>
            <p:cNvPr id="440" name="S440"/>
            <p:cNvSpPr/>
            <p:nvPr/>
          </p:nvSpPr>
          <p:spPr>
            <a:xfrm>
              <a:off x="952500" y="5435600"/>
              <a:ext cx="20320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500" b="1" dirty="0">
                  <a:solidFill>
                    <a:srgbClr val="264653"/>
                  </a:solidFill>
                </a:rPr>
                <a:t>Add (vetor)</a:t>
              </a:r>
            </a:p>
          </p:txBody>
        </p:sp>
        <p:sp>
          <p:nvSpPr>
            <p:cNvPr id="441" name="S441"/>
            <p:cNvSpPr/>
            <p:nvPr/>
          </p:nvSpPr>
          <p:spPr>
            <a:xfrm>
              <a:off x="3175000" y="5245100"/>
              <a:ext cx="546100" cy="279400"/>
            </a:xfrm>
            <a:prstGeom prst="roundRect">
              <a:avLst/>
            </a:prstGeom>
            <a:solidFill>
              <a:srgbClr val="6C757D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42" name="S442"/>
            <p:cNvSpPr/>
            <p:nvPr/>
          </p:nvSpPr>
          <p:spPr>
            <a:xfrm>
              <a:off x="3822700" y="5245100"/>
              <a:ext cx="1651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200" dirty="0">
                  <a:solidFill>
                    <a:srgbClr val="6C757D"/>
                  </a:solidFill>
                  <a:latin typeface="Consolas"/>
                </a:rPr>
                <a:t>410 µs (ansi)</a:t>
              </a:r>
            </a:p>
          </p:txBody>
        </p:sp>
        <p:sp>
          <p:nvSpPr>
            <p:cNvPr id="443" name="S443"/>
            <p:cNvSpPr/>
            <p:nvPr/>
          </p:nvSpPr>
          <p:spPr>
            <a:xfrm>
              <a:off x="3175000" y="5549900"/>
              <a:ext cx="139700" cy="279400"/>
            </a:xfrm>
            <a:prstGeom prst="roundRect">
              <a:avLst/>
            </a:prstGeom>
            <a:solidFill>
              <a:srgbClr val="E63946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44" name="S444"/>
            <p:cNvSpPr/>
            <p:nvPr/>
          </p:nvSpPr>
          <p:spPr>
            <a:xfrm>
              <a:off x="3416300" y="5549900"/>
              <a:ext cx="25400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200" b="1" dirty="0">
                  <a:solidFill>
                    <a:srgbClr val="E63946"/>
                  </a:solidFill>
                  <a:latin typeface="Consolas"/>
                </a:rPr>
                <a:t>105 µs (ae32)  →  3.9×</a:t>
              </a: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7BB537E3-39E2-93C5-B640-E862DF5C9EFF}"/>
              </a:ext>
            </a:extLst>
          </p:cNvPr>
          <p:cNvGrpSpPr/>
          <p:nvPr/>
        </p:nvGrpSpPr>
        <p:grpSpPr>
          <a:xfrm>
            <a:off x="505939" y="5775767"/>
            <a:ext cx="11180119" cy="1016000"/>
            <a:chOff x="761999" y="6737186"/>
            <a:chExt cx="11180119" cy="1016000"/>
          </a:xfrm>
        </p:grpSpPr>
        <p:sp>
          <p:nvSpPr>
            <p:cNvPr id="900" name="S900"/>
            <p:cNvSpPr/>
            <p:nvPr/>
          </p:nvSpPr>
          <p:spPr>
            <a:xfrm>
              <a:off x="761999" y="6737186"/>
              <a:ext cx="11180119" cy="1016000"/>
            </a:xfrm>
            <a:prstGeom prst="roundRect">
              <a:avLst/>
            </a:prstGeom>
            <a:solidFill>
              <a:srgbClr val="1A233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901" name="S901"/>
            <p:cNvSpPr/>
            <p:nvPr/>
          </p:nvSpPr>
          <p:spPr>
            <a:xfrm>
              <a:off x="952500" y="6889586"/>
              <a:ext cx="31750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500" dirty="0">
                  <a:solidFill>
                    <a:srgbClr val="6C7A89"/>
                  </a:solidFill>
                </a:rPr>
                <a:t>Speedup médio</a:t>
              </a:r>
            </a:p>
            <a:p>
              <a:pPr algn="l">
                <a:buNone/>
              </a:pPr>
              <a:r>
                <a:rPr lang="pt-BR" sz="3000" b="1" dirty="0">
                  <a:solidFill>
                    <a:srgbClr val="E9C46A"/>
                  </a:solidFill>
                  <a:latin typeface="Consolas"/>
                </a:rPr>
                <a:t>3.4 ×</a:t>
              </a:r>
            </a:p>
          </p:txBody>
        </p:sp>
        <p:sp>
          <p:nvSpPr>
            <p:cNvPr id="902" name="S902"/>
            <p:cNvSpPr/>
            <p:nvPr/>
          </p:nvSpPr>
          <p:spPr>
            <a:xfrm>
              <a:off x="4572000" y="6889586"/>
              <a:ext cx="31750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500" dirty="0">
                  <a:solidFill>
                    <a:srgbClr val="6C7A89"/>
                  </a:solidFill>
                </a:rPr>
                <a:t>Throughput máximo</a:t>
              </a:r>
            </a:p>
            <a:p>
              <a:pPr algn="l">
                <a:buNone/>
              </a:pPr>
              <a:r>
                <a:rPr lang="pt-BR" sz="3000" b="1" dirty="0">
                  <a:solidFill>
                    <a:srgbClr val="2A9D8F"/>
                  </a:solidFill>
                  <a:latin typeface="Consolas"/>
                </a:rPr>
                <a:t>58 MFLOPS</a:t>
              </a:r>
            </a:p>
          </p:txBody>
        </p:sp>
        <p:sp>
          <p:nvSpPr>
            <p:cNvPr id="903" name="S903"/>
            <p:cNvSpPr/>
            <p:nvPr/>
          </p:nvSpPr>
          <p:spPr>
            <a:xfrm>
              <a:off x="8382000" y="6889586"/>
              <a:ext cx="2921000" cy="3302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/>
            <a:lstStyle/>
            <a:p>
              <a:pPr algn="l">
                <a:buNone/>
              </a:pPr>
              <a:r>
                <a:rPr lang="pt-BR" sz="1500" dirty="0">
                  <a:solidFill>
                    <a:srgbClr val="6C7A89"/>
                  </a:solidFill>
                </a:rPr>
                <a:t>Headroom DSP</a:t>
              </a:r>
            </a:p>
            <a:p>
              <a:pPr algn="l">
                <a:buNone/>
              </a:pPr>
              <a:r>
                <a:rPr lang="pt-BR" sz="2400" b="1" dirty="0">
                  <a:solidFill>
                    <a:srgbClr val="F4A261"/>
                  </a:solidFill>
                  <a:latin typeface="Consolas"/>
                </a:rPr>
                <a:t>55 % CPU livre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97943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200" b="1" dirty="0">
                <a:solidFill>
                  <a:srgbClr val="1A2332"/>
                </a:solidFill>
              </a:rPr>
              <a:t>Memória — quanto custa cada filtro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footprint de RAM por componente DSP — pense no ESP32-WROOM com ~320 KB DRAM livre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10668000" cy="388894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1016000" y="1841500"/>
            <a:ext cx="3175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6C757D"/>
                </a:solidFill>
              </a:rPr>
              <a:t>componente</a:t>
            </a:r>
          </a:p>
        </p:txBody>
      </p:sp>
      <p:sp>
        <p:nvSpPr>
          <p:cNvPr id="202" name="S202"/>
          <p:cNvSpPr/>
          <p:nvPr/>
        </p:nvSpPr>
        <p:spPr>
          <a:xfrm>
            <a:off x="4445000" y="1841500"/>
            <a:ext cx="2540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6C757D"/>
                </a:solidFill>
                <a:latin typeface="Consolas"/>
              </a:rPr>
              <a:t>buffers (RAM)</a:t>
            </a:r>
          </a:p>
        </p:txBody>
      </p:sp>
      <p:sp>
        <p:nvSpPr>
          <p:cNvPr id="203" name="S203"/>
          <p:cNvSpPr/>
          <p:nvPr/>
        </p:nvSpPr>
        <p:spPr>
          <a:xfrm>
            <a:off x="7366000" y="1841500"/>
            <a:ext cx="1905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6C757D"/>
                </a:solidFill>
                <a:latin typeface="Consolas"/>
              </a:rPr>
              <a:t>código (Flash)</a:t>
            </a:r>
          </a:p>
        </p:txBody>
      </p:sp>
      <p:sp>
        <p:nvSpPr>
          <p:cNvPr id="204" name="S204"/>
          <p:cNvSpPr/>
          <p:nvPr/>
        </p:nvSpPr>
        <p:spPr>
          <a:xfrm>
            <a:off x="9652000" y="1841500"/>
            <a:ext cx="1651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6C757D"/>
                </a:solidFill>
                <a:latin typeface="Consolas"/>
              </a:rPr>
              <a:t>total</a:t>
            </a:r>
          </a:p>
        </p:txBody>
      </p:sp>
      <p:sp>
        <p:nvSpPr>
          <p:cNvPr id="205" name="S205"/>
          <p:cNvSpPr/>
          <p:nvPr/>
        </p:nvSpPr>
        <p:spPr>
          <a:xfrm>
            <a:off x="1016000" y="2260600"/>
            <a:ext cx="10160000" cy="254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95" name="S495"/>
          <p:cNvSpPr/>
          <p:nvPr/>
        </p:nvSpPr>
        <p:spPr>
          <a:xfrm>
            <a:off x="934998" y="2476500"/>
            <a:ext cx="101600" cy="406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96" name="S496"/>
          <p:cNvSpPr/>
          <p:nvPr/>
        </p:nvSpPr>
        <p:spPr>
          <a:xfrm>
            <a:off x="1188998" y="25400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FIR  N=64 taps</a:t>
            </a:r>
          </a:p>
        </p:txBody>
      </p:sp>
      <p:sp>
        <p:nvSpPr>
          <p:cNvPr id="497" name="S497"/>
          <p:cNvSpPr/>
          <p:nvPr/>
        </p:nvSpPr>
        <p:spPr>
          <a:xfrm>
            <a:off x="4445000" y="25400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512 B  (coef + delay)</a:t>
            </a:r>
          </a:p>
        </p:txBody>
      </p:sp>
      <p:sp>
        <p:nvSpPr>
          <p:cNvPr id="498" name="S498"/>
          <p:cNvSpPr/>
          <p:nvPr/>
        </p:nvSpPr>
        <p:spPr>
          <a:xfrm>
            <a:off x="7366000" y="25400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~1.4 KB</a:t>
            </a:r>
          </a:p>
        </p:txBody>
      </p:sp>
      <p:sp>
        <p:nvSpPr>
          <p:cNvPr id="499" name="S499"/>
          <p:cNvSpPr/>
          <p:nvPr/>
        </p:nvSpPr>
        <p:spPr>
          <a:xfrm>
            <a:off x="9652000" y="25400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E63946"/>
                </a:solidFill>
                <a:latin typeface="Consolas"/>
              </a:rPr>
              <a:t>~1.9 KB</a:t>
            </a:r>
          </a:p>
        </p:txBody>
      </p:sp>
      <p:sp>
        <p:nvSpPr>
          <p:cNvPr id="531" name="S531"/>
          <p:cNvSpPr/>
          <p:nvPr/>
        </p:nvSpPr>
        <p:spPr>
          <a:xfrm>
            <a:off x="934998" y="2933700"/>
            <a:ext cx="101600" cy="406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2" name="S532"/>
          <p:cNvSpPr/>
          <p:nvPr/>
        </p:nvSpPr>
        <p:spPr>
          <a:xfrm>
            <a:off x="1188998" y="29972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Biquad section</a:t>
            </a:r>
          </a:p>
        </p:txBody>
      </p:sp>
      <p:sp>
        <p:nvSpPr>
          <p:cNvPr id="533" name="S533"/>
          <p:cNvSpPr/>
          <p:nvPr/>
        </p:nvSpPr>
        <p:spPr>
          <a:xfrm>
            <a:off x="4445000" y="29972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28 B  (coef[5] + w[2])</a:t>
            </a:r>
          </a:p>
        </p:txBody>
      </p:sp>
      <p:sp>
        <p:nvSpPr>
          <p:cNvPr id="534" name="S534"/>
          <p:cNvSpPr/>
          <p:nvPr/>
        </p:nvSpPr>
        <p:spPr>
          <a:xfrm>
            <a:off x="7366000" y="29972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~0.6 KB</a:t>
            </a:r>
          </a:p>
        </p:txBody>
      </p:sp>
      <p:sp>
        <p:nvSpPr>
          <p:cNvPr id="535" name="S535"/>
          <p:cNvSpPr/>
          <p:nvPr/>
        </p:nvSpPr>
        <p:spPr>
          <a:xfrm>
            <a:off x="9652000" y="29972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F4A261"/>
                </a:solidFill>
                <a:latin typeface="Consolas"/>
              </a:rPr>
              <a:t>~0.7 KB</a:t>
            </a:r>
          </a:p>
        </p:txBody>
      </p:sp>
      <p:sp>
        <p:nvSpPr>
          <p:cNvPr id="567" name="S567"/>
          <p:cNvSpPr/>
          <p:nvPr/>
        </p:nvSpPr>
        <p:spPr>
          <a:xfrm>
            <a:off x="934998" y="3390900"/>
            <a:ext cx="101600" cy="4064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8" name="S568"/>
          <p:cNvSpPr/>
          <p:nvPr/>
        </p:nvSpPr>
        <p:spPr>
          <a:xfrm>
            <a:off x="1188998" y="34544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Cascade  4 biquads</a:t>
            </a:r>
          </a:p>
        </p:txBody>
      </p:sp>
      <p:sp>
        <p:nvSpPr>
          <p:cNvPr id="569" name="S569"/>
          <p:cNvSpPr/>
          <p:nvPr/>
        </p:nvSpPr>
        <p:spPr>
          <a:xfrm>
            <a:off x="4445000" y="34544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112 B</a:t>
            </a:r>
          </a:p>
        </p:txBody>
      </p:sp>
      <p:sp>
        <p:nvSpPr>
          <p:cNvPr id="570" name="S570"/>
          <p:cNvSpPr/>
          <p:nvPr/>
        </p:nvSpPr>
        <p:spPr>
          <a:xfrm>
            <a:off x="7366000" y="34544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~0.6 KB</a:t>
            </a:r>
          </a:p>
        </p:txBody>
      </p:sp>
      <p:sp>
        <p:nvSpPr>
          <p:cNvPr id="571" name="S571"/>
          <p:cNvSpPr/>
          <p:nvPr/>
        </p:nvSpPr>
        <p:spPr>
          <a:xfrm>
            <a:off x="9652000" y="34544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E9C46A"/>
                </a:solidFill>
                <a:latin typeface="Consolas"/>
              </a:rPr>
              <a:t>~0.7 KB</a:t>
            </a:r>
          </a:p>
        </p:txBody>
      </p:sp>
      <p:sp>
        <p:nvSpPr>
          <p:cNvPr id="603" name="S603"/>
          <p:cNvSpPr/>
          <p:nvPr/>
        </p:nvSpPr>
        <p:spPr>
          <a:xfrm>
            <a:off x="934998" y="3848100"/>
            <a:ext cx="101600" cy="406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4" name="S604"/>
          <p:cNvSpPr/>
          <p:nvPr/>
        </p:nvSpPr>
        <p:spPr>
          <a:xfrm>
            <a:off x="1188998" y="39116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FFT 1024</a:t>
            </a:r>
          </a:p>
        </p:txBody>
      </p:sp>
      <p:sp>
        <p:nvSpPr>
          <p:cNvPr id="605" name="S605"/>
          <p:cNvSpPr/>
          <p:nvPr/>
        </p:nvSpPr>
        <p:spPr>
          <a:xfrm>
            <a:off x="4445000" y="39116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8 KB  (twiddle + buf)</a:t>
            </a:r>
          </a:p>
        </p:txBody>
      </p:sp>
      <p:sp>
        <p:nvSpPr>
          <p:cNvPr id="606" name="S606"/>
          <p:cNvSpPr/>
          <p:nvPr/>
        </p:nvSpPr>
        <p:spPr>
          <a:xfrm>
            <a:off x="7366000" y="39116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~3.2 KB</a:t>
            </a:r>
          </a:p>
        </p:txBody>
      </p:sp>
      <p:sp>
        <p:nvSpPr>
          <p:cNvPr id="607" name="S607"/>
          <p:cNvSpPr/>
          <p:nvPr/>
        </p:nvSpPr>
        <p:spPr>
          <a:xfrm>
            <a:off x="9652000" y="39116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A9D8F"/>
                </a:solidFill>
                <a:latin typeface="Consolas"/>
              </a:rPr>
              <a:t>~11 KB</a:t>
            </a:r>
          </a:p>
        </p:txBody>
      </p:sp>
      <p:sp>
        <p:nvSpPr>
          <p:cNvPr id="639" name="S639"/>
          <p:cNvSpPr/>
          <p:nvPr/>
        </p:nvSpPr>
        <p:spPr>
          <a:xfrm>
            <a:off x="934998" y="4305300"/>
            <a:ext cx="101600" cy="4064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40" name="S640"/>
          <p:cNvSpPr/>
          <p:nvPr/>
        </p:nvSpPr>
        <p:spPr>
          <a:xfrm>
            <a:off x="1188998" y="43688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Dot product</a:t>
            </a:r>
          </a:p>
        </p:txBody>
      </p:sp>
      <p:sp>
        <p:nvSpPr>
          <p:cNvPr id="641" name="S641"/>
          <p:cNvSpPr/>
          <p:nvPr/>
        </p:nvSpPr>
        <p:spPr>
          <a:xfrm>
            <a:off x="4445000" y="43688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0  (in-place)</a:t>
            </a:r>
          </a:p>
        </p:txBody>
      </p:sp>
      <p:sp>
        <p:nvSpPr>
          <p:cNvPr id="642" name="S642"/>
          <p:cNvSpPr/>
          <p:nvPr/>
        </p:nvSpPr>
        <p:spPr>
          <a:xfrm>
            <a:off x="7366000" y="43688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~0.3 KB</a:t>
            </a:r>
          </a:p>
        </p:txBody>
      </p:sp>
      <p:sp>
        <p:nvSpPr>
          <p:cNvPr id="643" name="S643"/>
          <p:cNvSpPr/>
          <p:nvPr/>
        </p:nvSpPr>
        <p:spPr>
          <a:xfrm>
            <a:off x="9652000" y="43688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  <a:latin typeface="Consolas"/>
              </a:rPr>
              <a:t>~0.3 KB</a:t>
            </a:r>
          </a:p>
        </p:txBody>
      </p:sp>
      <p:sp>
        <p:nvSpPr>
          <p:cNvPr id="675" name="S675"/>
          <p:cNvSpPr/>
          <p:nvPr/>
        </p:nvSpPr>
        <p:spPr>
          <a:xfrm>
            <a:off x="934998" y="4762500"/>
            <a:ext cx="101600" cy="4064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76" name="S676"/>
          <p:cNvSpPr/>
          <p:nvPr/>
        </p:nvSpPr>
        <p:spPr>
          <a:xfrm>
            <a:off x="1188998" y="4826000"/>
            <a:ext cx="3175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Window 1024</a:t>
            </a:r>
          </a:p>
        </p:txBody>
      </p:sp>
      <p:sp>
        <p:nvSpPr>
          <p:cNvPr id="677" name="S677"/>
          <p:cNvSpPr/>
          <p:nvPr/>
        </p:nvSpPr>
        <p:spPr>
          <a:xfrm>
            <a:off x="4445000" y="4826000"/>
            <a:ext cx="292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4 KB  (coef pré-calc)</a:t>
            </a:r>
          </a:p>
        </p:txBody>
      </p:sp>
      <p:sp>
        <p:nvSpPr>
          <p:cNvPr id="678" name="S678"/>
          <p:cNvSpPr/>
          <p:nvPr/>
        </p:nvSpPr>
        <p:spPr>
          <a:xfrm>
            <a:off x="7366000" y="4826000"/>
            <a:ext cx="228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~0.4 KB</a:t>
            </a:r>
          </a:p>
        </p:txBody>
      </p:sp>
      <p:sp>
        <p:nvSpPr>
          <p:cNvPr id="679" name="S679"/>
          <p:cNvSpPr/>
          <p:nvPr/>
        </p:nvSpPr>
        <p:spPr>
          <a:xfrm>
            <a:off x="9652000" y="48260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6C757D"/>
                </a:solidFill>
                <a:latin typeface="Consolas"/>
              </a:rPr>
              <a:t>~4.4 KB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5783644"/>
            <a:ext cx="3429000" cy="802503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952500" y="5885245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</a:rPr>
              <a:t>Pipeline áudio típico</a:t>
            </a:r>
          </a:p>
        </p:txBody>
      </p:sp>
      <p:sp>
        <p:nvSpPr>
          <p:cNvPr id="902" name="S902"/>
          <p:cNvSpPr/>
          <p:nvPr/>
        </p:nvSpPr>
        <p:spPr>
          <a:xfrm>
            <a:off x="952500" y="6164645"/>
            <a:ext cx="1651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E63946"/>
                </a:solidFill>
                <a:latin typeface="Consolas"/>
              </a:rPr>
              <a:t>~14 KB</a:t>
            </a:r>
          </a:p>
        </p:txBody>
      </p:sp>
      <p:sp>
        <p:nvSpPr>
          <p:cNvPr id="903" name="S903"/>
          <p:cNvSpPr/>
          <p:nvPr/>
        </p:nvSpPr>
        <p:spPr>
          <a:xfrm>
            <a:off x="2667000" y="6113845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</a:rPr>
              <a:t>FIR + biquad×3 + FFT 1024</a:t>
            </a:r>
          </a:p>
        </p:txBody>
      </p:sp>
      <p:sp>
        <p:nvSpPr>
          <p:cNvPr id="905" name="S905"/>
          <p:cNvSpPr/>
          <p:nvPr/>
        </p:nvSpPr>
        <p:spPr>
          <a:xfrm>
            <a:off x="4318000" y="5783645"/>
            <a:ext cx="3429000" cy="802502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6" name="S906"/>
          <p:cNvSpPr/>
          <p:nvPr/>
        </p:nvSpPr>
        <p:spPr>
          <a:xfrm>
            <a:off x="4508500" y="5885245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</a:rPr>
              <a:t>DRAM disponível ESP32</a:t>
            </a:r>
          </a:p>
        </p:txBody>
      </p:sp>
      <p:sp>
        <p:nvSpPr>
          <p:cNvPr id="907" name="S907"/>
          <p:cNvSpPr/>
          <p:nvPr/>
        </p:nvSpPr>
        <p:spPr>
          <a:xfrm>
            <a:off x="4508500" y="6164645"/>
            <a:ext cx="1651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2A9D8F"/>
                </a:solidFill>
                <a:latin typeface="Consolas"/>
              </a:rPr>
              <a:t>~320 KB</a:t>
            </a:r>
          </a:p>
        </p:txBody>
      </p:sp>
      <p:sp>
        <p:nvSpPr>
          <p:cNvPr id="908" name="S908"/>
          <p:cNvSpPr/>
          <p:nvPr/>
        </p:nvSpPr>
        <p:spPr>
          <a:xfrm>
            <a:off x="6223000" y="6132379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</a:rPr>
              <a:t>sobra &gt;95% para a app</a:t>
            </a:r>
          </a:p>
        </p:txBody>
      </p:sp>
      <p:sp>
        <p:nvSpPr>
          <p:cNvPr id="910" name="S910"/>
          <p:cNvSpPr/>
          <p:nvPr/>
        </p:nvSpPr>
        <p:spPr>
          <a:xfrm>
            <a:off x="7874000" y="5783644"/>
            <a:ext cx="3429000" cy="802501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11" name="S911"/>
          <p:cNvSpPr/>
          <p:nvPr/>
        </p:nvSpPr>
        <p:spPr>
          <a:xfrm>
            <a:off x="8064500" y="5885245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</a:rPr>
              <a:t>PSRAM (opcional)</a:t>
            </a:r>
          </a:p>
        </p:txBody>
      </p:sp>
      <p:sp>
        <p:nvSpPr>
          <p:cNvPr id="912" name="S912"/>
          <p:cNvSpPr/>
          <p:nvPr/>
        </p:nvSpPr>
        <p:spPr>
          <a:xfrm>
            <a:off x="8064500" y="6164645"/>
            <a:ext cx="1651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F4A261"/>
                </a:solidFill>
                <a:latin typeface="Consolas"/>
              </a:rPr>
              <a:t>+4 MB</a:t>
            </a:r>
          </a:p>
        </p:txBody>
      </p:sp>
      <p:sp>
        <p:nvSpPr>
          <p:cNvPr id="913" name="S913"/>
          <p:cNvSpPr/>
          <p:nvPr/>
        </p:nvSpPr>
        <p:spPr>
          <a:xfrm>
            <a:off x="9779000" y="6032495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</a:rPr>
              <a:t>para FFT muito grandes</a:t>
            </a:r>
          </a:p>
        </p:txBody>
      </p:sp>
    </p:spTree>
    <p:extLst>
      <p:ext uri="{BB962C8B-B14F-4D97-AF65-F5344CB8AC3E}">
        <p14:creationId xmlns:p14="http://schemas.microsoft.com/office/powerpoint/2010/main" val="5424440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800" b="1" dirty="0">
                <a:solidFill>
                  <a:srgbClr val="1A2332"/>
                </a:solidFill>
              </a:rPr>
              <a:t>Dual-core — DSP em uma, comunicação na outra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divida o trabalho — DSP determinístico de um lado, WiFi/BLE/MQTT do outro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3683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762000" y="1651000"/>
            <a:ext cx="52070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2" name="S202"/>
          <p:cNvSpPr/>
          <p:nvPr/>
        </p:nvSpPr>
        <p:spPr>
          <a:xfrm>
            <a:off x="952500" y="1905000"/>
            <a:ext cx="4826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F4A261"/>
                </a:solidFill>
              </a:rPr>
              <a:t>CORE 0  •  PRO_CPU</a:t>
            </a:r>
          </a:p>
        </p:txBody>
      </p:sp>
      <p:sp>
        <p:nvSpPr>
          <p:cNvPr id="203" name="S203"/>
          <p:cNvSpPr/>
          <p:nvPr/>
        </p:nvSpPr>
        <p:spPr>
          <a:xfrm>
            <a:off x="952500" y="2476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</a:rPr>
              <a:t>comunicação e protocolo</a:t>
            </a:r>
          </a:p>
        </p:txBody>
      </p:sp>
      <p:sp>
        <p:nvSpPr>
          <p:cNvPr id="204" name="S204"/>
          <p:cNvSpPr/>
          <p:nvPr/>
        </p:nvSpPr>
        <p:spPr>
          <a:xfrm>
            <a:off x="952500" y="2794000"/>
            <a:ext cx="4826000" cy="25400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45" name="S445"/>
          <p:cNvSpPr/>
          <p:nvPr/>
        </p:nvSpPr>
        <p:spPr>
          <a:xfrm>
            <a:off x="952500" y="2984500"/>
            <a:ext cx="4826000" cy="3556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F4A261"/>
                </a:solidFill>
                <a:latin typeface="Consolas"/>
              </a:rPr>
              <a:t>  ▸  WiFi / TCP-IP</a:t>
            </a:r>
          </a:p>
        </p:txBody>
      </p:sp>
      <p:sp>
        <p:nvSpPr>
          <p:cNvPr id="478" name="S478"/>
          <p:cNvSpPr/>
          <p:nvPr/>
        </p:nvSpPr>
        <p:spPr>
          <a:xfrm>
            <a:off x="952500" y="3403600"/>
            <a:ext cx="4826000" cy="3556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E63946"/>
                </a:solidFill>
                <a:latin typeface="Consolas"/>
              </a:rPr>
              <a:t>  ▸  BLE / GATT</a:t>
            </a:r>
          </a:p>
        </p:txBody>
      </p:sp>
      <p:sp>
        <p:nvSpPr>
          <p:cNvPr id="511" name="S511"/>
          <p:cNvSpPr/>
          <p:nvPr/>
        </p:nvSpPr>
        <p:spPr>
          <a:xfrm>
            <a:off x="952500" y="3822700"/>
            <a:ext cx="4826000" cy="3556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A9D8F"/>
                </a:solidFill>
                <a:latin typeface="Consolas"/>
              </a:rPr>
              <a:t>  ▸  MQTT publisher</a:t>
            </a:r>
          </a:p>
        </p:txBody>
      </p:sp>
      <p:sp>
        <p:nvSpPr>
          <p:cNvPr id="544" name="S544"/>
          <p:cNvSpPr/>
          <p:nvPr/>
        </p:nvSpPr>
        <p:spPr>
          <a:xfrm>
            <a:off x="952500" y="4241800"/>
            <a:ext cx="4826000" cy="3556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  <a:latin typeface="Consolas"/>
              </a:rPr>
              <a:t>  ▸  HTTP server</a:t>
            </a:r>
          </a:p>
        </p:txBody>
      </p:sp>
      <p:sp>
        <p:nvSpPr>
          <p:cNvPr id="577" name="S577"/>
          <p:cNvSpPr/>
          <p:nvPr/>
        </p:nvSpPr>
        <p:spPr>
          <a:xfrm>
            <a:off x="952500" y="4660900"/>
            <a:ext cx="4826000" cy="3556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6C757D"/>
                </a:solidFill>
                <a:latin typeface="Consolas"/>
              </a:rPr>
              <a:t>  ▸  OTA updates</a:t>
            </a:r>
          </a:p>
        </p:txBody>
      </p:sp>
      <p:sp>
        <p:nvSpPr>
          <p:cNvPr id="500" name="S500"/>
          <p:cNvSpPr/>
          <p:nvPr/>
        </p:nvSpPr>
        <p:spPr>
          <a:xfrm>
            <a:off x="6223000" y="1651000"/>
            <a:ext cx="5207000" cy="3683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6223000" y="1651000"/>
            <a:ext cx="5207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2" name="S502"/>
          <p:cNvSpPr/>
          <p:nvPr/>
        </p:nvSpPr>
        <p:spPr>
          <a:xfrm>
            <a:off x="6413500" y="1905000"/>
            <a:ext cx="4826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2A9D8F"/>
                </a:solidFill>
              </a:rPr>
              <a:t>CORE 1  •  APP_CPU</a:t>
            </a:r>
          </a:p>
        </p:txBody>
      </p:sp>
      <p:sp>
        <p:nvSpPr>
          <p:cNvPr id="503" name="S503"/>
          <p:cNvSpPr/>
          <p:nvPr/>
        </p:nvSpPr>
        <p:spPr>
          <a:xfrm>
            <a:off x="6413500" y="2476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</a:rPr>
              <a:t>DSP em tempo real, dedicado</a:t>
            </a:r>
          </a:p>
        </p:txBody>
      </p:sp>
      <p:sp>
        <p:nvSpPr>
          <p:cNvPr id="504" name="S504"/>
          <p:cNvSpPr/>
          <p:nvPr/>
        </p:nvSpPr>
        <p:spPr>
          <a:xfrm>
            <a:off x="6413500" y="2794000"/>
            <a:ext cx="4826000" cy="25400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45" name="S745"/>
          <p:cNvSpPr/>
          <p:nvPr/>
        </p:nvSpPr>
        <p:spPr>
          <a:xfrm>
            <a:off x="6413500" y="2984500"/>
            <a:ext cx="4826000" cy="355600"/>
          </a:xfrm>
          <a:prstGeom prst="roundRect">
            <a:avLst/>
          </a:prstGeom>
          <a:solidFill>
            <a:srgbClr val="DDF1ED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E63946"/>
                </a:solidFill>
                <a:latin typeface="Consolas"/>
              </a:rPr>
              <a:t>  ▸  ADC continuous + DMA</a:t>
            </a:r>
          </a:p>
        </p:txBody>
      </p:sp>
      <p:sp>
        <p:nvSpPr>
          <p:cNvPr id="778" name="S778"/>
          <p:cNvSpPr/>
          <p:nvPr/>
        </p:nvSpPr>
        <p:spPr>
          <a:xfrm>
            <a:off x="6413500" y="3403600"/>
            <a:ext cx="4826000" cy="355600"/>
          </a:xfrm>
          <a:prstGeom prst="roundRect">
            <a:avLst/>
          </a:prstGeom>
          <a:solidFill>
            <a:srgbClr val="DDF1ED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F4A261"/>
                </a:solidFill>
                <a:latin typeface="Consolas"/>
              </a:rPr>
              <a:t>  ▸  FIR / Biquad pipeline</a:t>
            </a:r>
          </a:p>
        </p:txBody>
      </p:sp>
      <p:sp>
        <p:nvSpPr>
          <p:cNvPr id="811" name="S811"/>
          <p:cNvSpPr/>
          <p:nvPr/>
        </p:nvSpPr>
        <p:spPr>
          <a:xfrm>
            <a:off x="6413500" y="3822700"/>
            <a:ext cx="4826000" cy="355600"/>
          </a:xfrm>
          <a:prstGeom prst="roundRect">
            <a:avLst/>
          </a:prstGeom>
          <a:solidFill>
            <a:srgbClr val="DDF1ED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E9C46A"/>
                </a:solidFill>
                <a:latin typeface="Consolas"/>
              </a:rPr>
              <a:t>  ▸  FFT analyzer 1024</a:t>
            </a:r>
          </a:p>
        </p:txBody>
      </p:sp>
      <p:sp>
        <p:nvSpPr>
          <p:cNvPr id="844" name="S844"/>
          <p:cNvSpPr/>
          <p:nvPr/>
        </p:nvSpPr>
        <p:spPr>
          <a:xfrm>
            <a:off x="6413500" y="4241800"/>
            <a:ext cx="4826000" cy="355600"/>
          </a:xfrm>
          <a:prstGeom prst="roundRect">
            <a:avLst/>
          </a:prstGeom>
          <a:solidFill>
            <a:srgbClr val="DDF1ED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A9D8F"/>
                </a:solidFill>
                <a:latin typeface="Consolas"/>
              </a:rPr>
              <a:t>  ▸  RMS / detector tom</a:t>
            </a:r>
          </a:p>
        </p:txBody>
      </p:sp>
      <p:sp>
        <p:nvSpPr>
          <p:cNvPr id="877" name="S877"/>
          <p:cNvSpPr/>
          <p:nvPr/>
        </p:nvSpPr>
        <p:spPr>
          <a:xfrm>
            <a:off x="6413500" y="4660900"/>
            <a:ext cx="4826000" cy="355600"/>
          </a:xfrm>
          <a:prstGeom prst="roundRect">
            <a:avLst/>
          </a:prstGeom>
          <a:solidFill>
            <a:srgbClr val="DDF1ED"/>
          </a:solidFill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  <a:latin typeface="Consolas"/>
              </a:rPr>
              <a:t>  ▸  DAC out + I2S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5588000"/>
            <a:ext cx="10668000" cy="1016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952500" y="57150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fixe a tarefa DSP no core 1 — sem interferência da rede</a:t>
            </a:r>
          </a:p>
        </p:txBody>
      </p:sp>
      <p:sp>
        <p:nvSpPr>
          <p:cNvPr id="902" name="S902"/>
          <p:cNvSpPr/>
          <p:nvPr/>
        </p:nvSpPr>
        <p:spPr>
          <a:xfrm>
            <a:off x="952500" y="59944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E5E5E0"/>
                </a:solidFill>
                <a:latin typeface="Consolas"/>
              </a:rPr>
              <a:t>xTaskCreatePinnedToCore(dsp_task,  "dsp",  8192, NULL, 5, NULL, 1);</a:t>
            </a:r>
          </a:p>
        </p:txBody>
      </p:sp>
      <p:sp>
        <p:nvSpPr>
          <p:cNvPr id="903" name="S903"/>
          <p:cNvSpPr/>
          <p:nvPr/>
        </p:nvSpPr>
        <p:spPr>
          <a:xfrm>
            <a:off x="952500" y="62738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dirty="0">
                <a:solidFill>
                  <a:srgbClr val="E5E5E0"/>
                </a:solidFill>
                <a:latin typeface="Consolas"/>
              </a:rPr>
              <a:t>xTaskCreatePinnedToCore(wifi_task, "wifi", 4096, NULL, 4, NULL, 0);</a:t>
            </a:r>
          </a:p>
        </p:txBody>
      </p:sp>
    </p:spTree>
    <p:extLst>
      <p:ext uri="{BB962C8B-B14F-4D97-AF65-F5344CB8AC3E}">
        <p14:creationId xmlns:p14="http://schemas.microsoft.com/office/powerpoint/2010/main" val="3016048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1" name="S101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0" name="S200"/>
          <p:cNvSpPr/>
          <p:nvPr/>
        </p:nvSpPr>
        <p:spPr>
          <a:xfrm>
            <a:off x="1016000" y="1651000"/>
            <a:ext cx="3556000" cy="25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8000" b="1" dirty="0">
                <a:solidFill>
                  <a:srgbClr val="E63946"/>
                </a:solidFill>
                <a:latin typeface="Aptos Display"/>
              </a:rPr>
              <a:t>08</a:t>
            </a:r>
          </a:p>
        </p:txBody>
      </p:sp>
      <p:sp>
        <p:nvSpPr>
          <p:cNvPr id="300" name="S300"/>
          <p:cNvSpPr/>
          <p:nvPr/>
        </p:nvSpPr>
        <p:spPr>
          <a:xfrm>
            <a:off x="4826000" y="2032000"/>
            <a:ext cx="66040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6400" b="1" dirty="0">
                <a:solidFill>
                  <a:srgbClr val="FAFAF7"/>
                </a:solidFill>
                <a:latin typeface="Aptos Display"/>
              </a:rPr>
              <a:t>Aplicações</a:t>
            </a:r>
          </a:p>
        </p:txBody>
      </p:sp>
      <p:sp>
        <p:nvSpPr>
          <p:cNvPr id="301" name="S301"/>
          <p:cNvSpPr/>
          <p:nvPr/>
        </p:nvSpPr>
        <p:spPr>
          <a:xfrm>
            <a:off x="4826000" y="3175000"/>
            <a:ext cx="66040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200" dirty="0">
                <a:solidFill>
                  <a:srgbClr val="F4A261"/>
                </a:solidFill>
              </a:rPr>
              <a:t>DSP que faz coisa real acontecer</a:t>
            </a:r>
          </a:p>
        </p:txBody>
      </p:sp>
      <p:sp>
        <p:nvSpPr>
          <p:cNvPr id="400" name="S400"/>
          <p:cNvSpPr/>
          <p:nvPr/>
        </p:nvSpPr>
        <p:spPr>
          <a:xfrm>
            <a:off x="1016000" y="4064000"/>
            <a:ext cx="3175000" cy="10160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01" name="S401"/>
          <p:cNvSpPr/>
          <p:nvPr/>
        </p:nvSpPr>
        <p:spPr>
          <a:xfrm>
            <a:off x="1206500" y="43180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FFFFFF"/>
                </a:solidFill>
              </a:rPr>
              <a:t>Equalizer 5-band</a:t>
            </a:r>
          </a:p>
        </p:txBody>
      </p:sp>
      <p:sp>
        <p:nvSpPr>
          <p:cNvPr id="405" name="S405"/>
          <p:cNvSpPr/>
          <p:nvPr/>
        </p:nvSpPr>
        <p:spPr>
          <a:xfrm>
            <a:off x="4445000" y="4064000"/>
            <a:ext cx="3175000" cy="10160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06" name="S406"/>
          <p:cNvSpPr/>
          <p:nvPr/>
        </p:nvSpPr>
        <p:spPr>
          <a:xfrm>
            <a:off x="4635500" y="43180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FFFFFF"/>
                </a:solidFill>
              </a:rPr>
              <a:t>FFT Analyzer</a:t>
            </a:r>
          </a:p>
        </p:txBody>
      </p:sp>
      <p:sp>
        <p:nvSpPr>
          <p:cNvPr id="410" name="S410"/>
          <p:cNvSpPr/>
          <p:nvPr/>
        </p:nvSpPr>
        <p:spPr>
          <a:xfrm>
            <a:off x="7874000" y="4064000"/>
            <a:ext cx="3175000" cy="101600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11" name="S411"/>
          <p:cNvSpPr/>
          <p:nvPr/>
        </p:nvSpPr>
        <p:spPr>
          <a:xfrm>
            <a:off x="8064500" y="43180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FFFFFF"/>
                </a:solidFill>
              </a:rPr>
              <a:t>Detector de tom DTMF</a:t>
            </a:r>
          </a:p>
        </p:txBody>
      </p:sp>
      <p:sp>
        <p:nvSpPr>
          <p:cNvPr id="415" name="S415"/>
          <p:cNvSpPr/>
          <p:nvPr/>
        </p:nvSpPr>
        <p:spPr>
          <a:xfrm>
            <a:off x="1016000" y="5334000"/>
            <a:ext cx="3175000" cy="10160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16" name="S416"/>
          <p:cNvSpPr/>
          <p:nvPr/>
        </p:nvSpPr>
        <p:spPr>
          <a:xfrm>
            <a:off x="1206500" y="55880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FFFFFF"/>
                </a:solidFill>
              </a:rPr>
              <a:t>Análise vibração</a:t>
            </a:r>
          </a:p>
        </p:txBody>
      </p:sp>
      <p:sp>
        <p:nvSpPr>
          <p:cNvPr id="420" name="S420"/>
          <p:cNvSpPr/>
          <p:nvPr/>
        </p:nvSpPr>
        <p:spPr>
          <a:xfrm>
            <a:off x="4445000" y="5334000"/>
            <a:ext cx="3175000" cy="10160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21" name="S421"/>
          <p:cNvSpPr/>
          <p:nvPr/>
        </p:nvSpPr>
        <p:spPr>
          <a:xfrm>
            <a:off x="4635500" y="55880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FFFFFF"/>
                </a:solidFill>
              </a:rPr>
              <a:t>Voice Activity (VAD)</a:t>
            </a:r>
          </a:p>
        </p:txBody>
      </p:sp>
      <p:sp>
        <p:nvSpPr>
          <p:cNvPr id="425" name="S425"/>
          <p:cNvSpPr/>
          <p:nvPr/>
        </p:nvSpPr>
        <p:spPr>
          <a:xfrm>
            <a:off x="7874000" y="5334000"/>
            <a:ext cx="3175000" cy="101600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26" name="S426"/>
          <p:cNvSpPr/>
          <p:nvPr/>
        </p:nvSpPr>
        <p:spPr>
          <a:xfrm>
            <a:off x="8064500" y="55880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FFFFFF"/>
                </a:solidFill>
              </a:rPr>
              <a:t>Debug ASCII view</a:t>
            </a:r>
          </a:p>
        </p:txBody>
      </p:sp>
    </p:spTree>
    <p:extLst>
      <p:ext uri="{BB962C8B-B14F-4D97-AF65-F5344CB8AC3E}">
        <p14:creationId xmlns:p14="http://schemas.microsoft.com/office/powerpoint/2010/main" val="41026287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200" b="1" dirty="0">
                <a:solidFill>
                  <a:srgbClr val="1A2332"/>
                </a:solidFill>
              </a:rPr>
              <a:t>App  •  Equalizador 5 bandas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5 biquads peakingEQ em cascata — graves, médios e agudos por banda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4064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18415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Sliders por banda  •  ±12 dB</a:t>
            </a:r>
          </a:p>
        </p:txBody>
      </p:sp>
      <p:sp>
        <p:nvSpPr>
          <p:cNvPr id="300" name="S300"/>
          <p:cNvSpPr/>
          <p:nvPr/>
        </p:nvSpPr>
        <p:spPr>
          <a:xfrm>
            <a:off x="1485900" y="2476500"/>
            <a:ext cx="152400" cy="2540000"/>
          </a:xfrm>
          <a:prstGeom prst="roundRect">
            <a:avLst/>
          </a:prstGeom>
          <a:solidFill>
            <a:srgbClr val="F4F4F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1" name="S301"/>
          <p:cNvSpPr/>
          <p:nvPr/>
        </p:nvSpPr>
        <p:spPr>
          <a:xfrm>
            <a:off x="1485900" y="2832100"/>
            <a:ext cx="152400" cy="9144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2" name="S302"/>
          <p:cNvSpPr/>
          <p:nvPr/>
        </p:nvSpPr>
        <p:spPr>
          <a:xfrm>
            <a:off x="1358900" y="2730500"/>
            <a:ext cx="406400" cy="2286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3" name="S303"/>
          <p:cNvSpPr/>
          <p:nvPr/>
        </p:nvSpPr>
        <p:spPr>
          <a:xfrm>
            <a:off x="1104900" y="5143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b="1" dirty="0">
                <a:solidFill>
                  <a:srgbClr val="264653"/>
                </a:solidFill>
                <a:latin typeface="Consolas"/>
              </a:rPr>
              <a:t>60 Hz</a:t>
            </a:r>
          </a:p>
        </p:txBody>
      </p:sp>
      <p:sp>
        <p:nvSpPr>
          <p:cNvPr id="304" name="S304"/>
          <p:cNvSpPr/>
          <p:nvPr/>
        </p:nvSpPr>
        <p:spPr>
          <a:xfrm>
            <a:off x="1104900" y="5397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E63946"/>
                </a:solidFill>
                <a:latin typeface="Consolas"/>
              </a:rPr>
              <a:t>+6 dB</a:t>
            </a:r>
          </a:p>
        </p:txBody>
      </p:sp>
      <p:sp>
        <p:nvSpPr>
          <p:cNvPr id="305" name="S305"/>
          <p:cNvSpPr/>
          <p:nvPr/>
        </p:nvSpPr>
        <p:spPr>
          <a:xfrm>
            <a:off x="2400300" y="2476500"/>
            <a:ext cx="152400" cy="2540000"/>
          </a:xfrm>
          <a:prstGeom prst="roundRect">
            <a:avLst/>
          </a:prstGeom>
          <a:solidFill>
            <a:srgbClr val="F4F4F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6" name="S306"/>
          <p:cNvSpPr/>
          <p:nvPr/>
        </p:nvSpPr>
        <p:spPr>
          <a:xfrm>
            <a:off x="2400300" y="3746500"/>
            <a:ext cx="152400" cy="4572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7" name="S307"/>
          <p:cNvSpPr/>
          <p:nvPr/>
        </p:nvSpPr>
        <p:spPr>
          <a:xfrm>
            <a:off x="2273300" y="4102100"/>
            <a:ext cx="406400" cy="2286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8" name="S308"/>
          <p:cNvSpPr/>
          <p:nvPr/>
        </p:nvSpPr>
        <p:spPr>
          <a:xfrm>
            <a:off x="2019300" y="5143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b="1" dirty="0">
                <a:solidFill>
                  <a:srgbClr val="264653"/>
                </a:solidFill>
                <a:latin typeface="Consolas"/>
              </a:rPr>
              <a:t>250 Hz</a:t>
            </a:r>
          </a:p>
        </p:txBody>
      </p:sp>
      <p:sp>
        <p:nvSpPr>
          <p:cNvPr id="309" name="S309"/>
          <p:cNvSpPr/>
          <p:nvPr/>
        </p:nvSpPr>
        <p:spPr>
          <a:xfrm>
            <a:off x="2019300" y="5397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F4A261"/>
                </a:solidFill>
                <a:latin typeface="Consolas"/>
              </a:rPr>
              <a:t>-3 dB</a:t>
            </a:r>
          </a:p>
        </p:txBody>
      </p:sp>
      <p:sp>
        <p:nvSpPr>
          <p:cNvPr id="310" name="S310"/>
          <p:cNvSpPr/>
          <p:nvPr/>
        </p:nvSpPr>
        <p:spPr>
          <a:xfrm>
            <a:off x="3314700" y="2476500"/>
            <a:ext cx="152400" cy="2540000"/>
          </a:xfrm>
          <a:prstGeom prst="roundRect">
            <a:avLst/>
          </a:prstGeom>
          <a:solidFill>
            <a:srgbClr val="F4F4F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1" name="S311"/>
          <p:cNvSpPr/>
          <p:nvPr/>
        </p:nvSpPr>
        <p:spPr>
          <a:xfrm>
            <a:off x="3314700" y="3746500"/>
            <a:ext cx="152400" cy="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2" name="S312"/>
          <p:cNvSpPr/>
          <p:nvPr/>
        </p:nvSpPr>
        <p:spPr>
          <a:xfrm>
            <a:off x="3187700" y="3644900"/>
            <a:ext cx="406400" cy="22860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3" name="S313"/>
          <p:cNvSpPr/>
          <p:nvPr/>
        </p:nvSpPr>
        <p:spPr>
          <a:xfrm>
            <a:off x="2933700" y="5143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b="1" dirty="0">
                <a:solidFill>
                  <a:srgbClr val="264653"/>
                </a:solidFill>
                <a:latin typeface="Consolas"/>
              </a:rPr>
              <a:t>1 kHz</a:t>
            </a:r>
          </a:p>
        </p:txBody>
      </p:sp>
      <p:sp>
        <p:nvSpPr>
          <p:cNvPr id="314" name="S314"/>
          <p:cNvSpPr/>
          <p:nvPr/>
        </p:nvSpPr>
        <p:spPr>
          <a:xfrm>
            <a:off x="2933700" y="5397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E9C46A"/>
                </a:solidFill>
                <a:latin typeface="Consolas"/>
              </a:rPr>
              <a:t>+0 dB</a:t>
            </a:r>
          </a:p>
        </p:txBody>
      </p:sp>
      <p:sp>
        <p:nvSpPr>
          <p:cNvPr id="315" name="S315"/>
          <p:cNvSpPr/>
          <p:nvPr/>
        </p:nvSpPr>
        <p:spPr>
          <a:xfrm>
            <a:off x="4229100" y="2476500"/>
            <a:ext cx="152400" cy="2540000"/>
          </a:xfrm>
          <a:prstGeom prst="roundRect">
            <a:avLst/>
          </a:prstGeom>
          <a:solidFill>
            <a:srgbClr val="F4F4F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6" name="S316"/>
          <p:cNvSpPr/>
          <p:nvPr/>
        </p:nvSpPr>
        <p:spPr>
          <a:xfrm>
            <a:off x="4229100" y="3136900"/>
            <a:ext cx="152400" cy="6096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7" name="S317"/>
          <p:cNvSpPr/>
          <p:nvPr/>
        </p:nvSpPr>
        <p:spPr>
          <a:xfrm>
            <a:off x="4102100" y="3035300"/>
            <a:ext cx="406400" cy="2286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8" name="S318"/>
          <p:cNvSpPr/>
          <p:nvPr/>
        </p:nvSpPr>
        <p:spPr>
          <a:xfrm>
            <a:off x="3848100" y="5143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b="1" dirty="0">
                <a:solidFill>
                  <a:srgbClr val="264653"/>
                </a:solidFill>
                <a:latin typeface="Consolas"/>
              </a:rPr>
              <a:t>4 kHz</a:t>
            </a:r>
          </a:p>
        </p:txBody>
      </p:sp>
      <p:sp>
        <p:nvSpPr>
          <p:cNvPr id="319" name="S319"/>
          <p:cNvSpPr/>
          <p:nvPr/>
        </p:nvSpPr>
        <p:spPr>
          <a:xfrm>
            <a:off x="3848100" y="5397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2A9D8F"/>
                </a:solidFill>
                <a:latin typeface="Consolas"/>
              </a:rPr>
              <a:t>+4 dB</a:t>
            </a:r>
          </a:p>
        </p:txBody>
      </p:sp>
      <p:sp>
        <p:nvSpPr>
          <p:cNvPr id="320" name="S320"/>
          <p:cNvSpPr/>
          <p:nvPr/>
        </p:nvSpPr>
        <p:spPr>
          <a:xfrm>
            <a:off x="5143500" y="2476500"/>
            <a:ext cx="152400" cy="2540000"/>
          </a:xfrm>
          <a:prstGeom prst="roundRect">
            <a:avLst/>
          </a:prstGeom>
          <a:solidFill>
            <a:srgbClr val="F4F4F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1" name="S321"/>
          <p:cNvSpPr/>
          <p:nvPr/>
        </p:nvSpPr>
        <p:spPr>
          <a:xfrm>
            <a:off x="5143500" y="2527300"/>
            <a:ext cx="152400" cy="12192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2" name="S322"/>
          <p:cNvSpPr/>
          <p:nvPr/>
        </p:nvSpPr>
        <p:spPr>
          <a:xfrm>
            <a:off x="5016500" y="2425700"/>
            <a:ext cx="406400" cy="2286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3" name="S323"/>
          <p:cNvSpPr/>
          <p:nvPr/>
        </p:nvSpPr>
        <p:spPr>
          <a:xfrm>
            <a:off x="4762500" y="5143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300" b="1" dirty="0">
                <a:solidFill>
                  <a:srgbClr val="264653"/>
                </a:solidFill>
                <a:latin typeface="Consolas"/>
              </a:rPr>
              <a:t>12 kHz</a:t>
            </a:r>
          </a:p>
        </p:txBody>
      </p:sp>
      <p:sp>
        <p:nvSpPr>
          <p:cNvPr id="324" name="S324"/>
          <p:cNvSpPr/>
          <p:nvPr/>
        </p:nvSpPr>
        <p:spPr>
          <a:xfrm>
            <a:off x="4762500" y="5397500"/>
            <a:ext cx="914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264653"/>
                </a:solidFill>
                <a:latin typeface="Consolas"/>
              </a:rPr>
              <a:t>+8 dB</a:t>
            </a:r>
          </a:p>
        </p:txBody>
      </p:sp>
      <p:sp>
        <p:nvSpPr>
          <p:cNvPr id="500" name="S500"/>
          <p:cNvSpPr/>
          <p:nvPr/>
        </p:nvSpPr>
        <p:spPr>
          <a:xfrm>
            <a:off x="1117600" y="3746500"/>
            <a:ext cx="4635500" cy="12700"/>
          </a:xfrm>
          <a:prstGeom prst="rect">
            <a:avLst/>
          </a:prstGeom>
          <a:solidFill>
            <a:srgbClr val="B0B0B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889000" y="3683000"/>
            <a:ext cx="31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0</a:t>
            </a:r>
          </a:p>
        </p:txBody>
      </p:sp>
      <p:sp>
        <p:nvSpPr>
          <p:cNvPr id="600" name="S600"/>
          <p:cNvSpPr/>
          <p:nvPr/>
        </p:nvSpPr>
        <p:spPr>
          <a:xfrm>
            <a:off x="6223000" y="1651000"/>
            <a:ext cx="5207000" cy="4064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1" name="S601"/>
          <p:cNvSpPr/>
          <p:nvPr/>
        </p:nvSpPr>
        <p:spPr>
          <a:xfrm>
            <a:off x="6413500" y="1841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b="1" dirty="0">
                <a:solidFill>
                  <a:srgbClr val="E5E5E0"/>
                </a:solidFill>
                <a:latin typeface="Consolas"/>
              </a:rPr>
              <a:t>equalizer.c</a:t>
            </a:r>
          </a:p>
        </p:txBody>
      </p:sp>
      <p:sp>
        <p:nvSpPr>
          <p:cNvPr id="785" name="S785"/>
          <p:cNvSpPr/>
          <p:nvPr/>
        </p:nvSpPr>
        <p:spPr>
          <a:xfrm>
            <a:off x="6413500" y="22225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F4A261"/>
                </a:solidFill>
                <a:latin typeface="Consolas"/>
              </a:rPr>
              <a:t>#define N_BANDS 5</a:t>
            </a:r>
          </a:p>
        </p:txBody>
      </p:sp>
      <p:sp>
        <p:nvSpPr>
          <p:cNvPr id="801" name="S801"/>
          <p:cNvSpPr/>
          <p:nvPr/>
        </p:nvSpPr>
        <p:spPr>
          <a:xfrm>
            <a:off x="6413500" y="24257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float coef[N_BANDS][5];</a:t>
            </a:r>
          </a:p>
        </p:txBody>
      </p:sp>
      <p:sp>
        <p:nvSpPr>
          <p:cNvPr id="817" name="S817"/>
          <p:cNvSpPr/>
          <p:nvPr/>
        </p:nvSpPr>
        <p:spPr>
          <a:xfrm>
            <a:off x="6413500" y="26289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float w[N_BANDS][2] = {0};</a:t>
            </a:r>
          </a:p>
        </p:txBody>
      </p:sp>
      <p:sp>
        <p:nvSpPr>
          <p:cNvPr id="833" name="S833"/>
          <p:cNvSpPr/>
          <p:nvPr/>
        </p:nvSpPr>
        <p:spPr>
          <a:xfrm>
            <a:off x="6413500" y="28321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float fc[] = {60, 250, 1000, 4000, 12000};</a:t>
            </a:r>
          </a:p>
        </p:txBody>
      </p:sp>
      <p:sp>
        <p:nvSpPr>
          <p:cNvPr id="849" name="S849"/>
          <p:cNvSpPr/>
          <p:nvPr/>
        </p:nvSpPr>
        <p:spPr>
          <a:xfrm>
            <a:off x="6413500" y="30353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float gain[] = {6, -3, 0, 4, 8};</a:t>
            </a:r>
          </a:p>
        </p:txBody>
      </p:sp>
      <p:sp>
        <p:nvSpPr>
          <p:cNvPr id="869" name="S869"/>
          <p:cNvSpPr/>
          <p:nvPr/>
        </p:nvSpPr>
        <p:spPr>
          <a:xfrm>
            <a:off x="6413500" y="32893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gera 5 peakingEQ</a:t>
            </a:r>
          </a:p>
        </p:txBody>
      </p:sp>
      <p:sp>
        <p:nvSpPr>
          <p:cNvPr id="885" name="S885"/>
          <p:cNvSpPr/>
          <p:nvPr/>
        </p:nvSpPr>
        <p:spPr>
          <a:xfrm>
            <a:off x="6413500" y="34925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for (int i=0;i&lt;N_BANDS;i++)</a:t>
            </a:r>
          </a:p>
        </p:txBody>
      </p:sp>
      <p:sp>
        <p:nvSpPr>
          <p:cNvPr id="901" name="S901"/>
          <p:cNvSpPr/>
          <p:nvPr/>
        </p:nvSpPr>
        <p:spPr>
          <a:xfrm>
            <a:off x="6413500" y="36957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dsps_biquad_gen_peakingEQ_f32(</a:t>
            </a:r>
          </a:p>
        </p:txBody>
      </p:sp>
      <p:sp>
        <p:nvSpPr>
          <p:cNvPr id="917" name="S917"/>
          <p:cNvSpPr/>
          <p:nvPr/>
        </p:nvSpPr>
        <p:spPr>
          <a:xfrm>
            <a:off x="6413500" y="38989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   coef[i], fc[i]/FS, 1.0f, gain[i]);</a:t>
            </a:r>
          </a:p>
        </p:txBody>
      </p:sp>
      <p:sp>
        <p:nvSpPr>
          <p:cNvPr id="937" name="S937"/>
          <p:cNvSpPr/>
          <p:nvPr/>
        </p:nvSpPr>
        <p:spPr>
          <a:xfrm>
            <a:off x="6413500" y="41529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processa em cascata</a:t>
            </a:r>
          </a:p>
        </p:txBody>
      </p:sp>
      <p:sp>
        <p:nvSpPr>
          <p:cNvPr id="953" name="S953"/>
          <p:cNvSpPr/>
          <p:nvPr/>
        </p:nvSpPr>
        <p:spPr>
          <a:xfrm>
            <a:off x="6413500" y="43561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for (int i=0;i&lt;N_BANDS;i++)</a:t>
            </a:r>
          </a:p>
        </p:txBody>
      </p:sp>
      <p:sp>
        <p:nvSpPr>
          <p:cNvPr id="969" name="S969"/>
          <p:cNvSpPr/>
          <p:nvPr/>
        </p:nvSpPr>
        <p:spPr>
          <a:xfrm>
            <a:off x="6413500" y="45593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63946"/>
                </a:solidFill>
                <a:latin typeface="Consolas"/>
              </a:rPr>
              <a:t>  dsps_biquad_f32_ae32(</a:t>
            </a:r>
          </a:p>
        </p:txBody>
      </p:sp>
      <p:sp>
        <p:nvSpPr>
          <p:cNvPr id="985" name="S985"/>
          <p:cNvSpPr/>
          <p:nvPr/>
        </p:nvSpPr>
        <p:spPr>
          <a:xfrm>
            <a:off x="6413500" y="47625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   io, io, N, coef[i], w[i]);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5969000"/>
            <a:ext cx="10668000" cy="6350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" name="S901"/>
          <p:cNvSpPr/>
          <p:nvPr/>
        </p:nvSpPr>
        <p:spPr>
          <a:xfrm>
            <a:off x="952500" y="6096000"/>
            <a:ext cx="10287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⚡ 5 biquads em cascata · 256 amostras · ~640 µs no ESP32 — 50× mais rápido que o período do bloco</a:t>
            </a:r>
          </a:p>
        </p:txBody>
      </p:sp>
    </p:spTree>
    <p:extLst>
      <p:ext uri="{BB962C8B-B14F-4D97-AF65-F5344CB8AC3E}">
        <p14:creationId xmlns:p14="http://schemas.microsoft.com/office/powerpoint/2010/main" val="8353601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000" b="1" dirty="0">
                <a:solidFill>
                  <a:srgbClr val="1A2332"/>
                </a:solidFill>
              </a:rPr>
              <a:t>App  •  Analisador de espectro ao vivo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ADC 8 kHz · FFT 1024 · 30 fps · saída via WebSocket para um dashboard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10668000" cy="3048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18034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b="1" dirty="0">
                <a:solidFill>
                  <a:srgbClr val="E9C46A"/>
                </a:solidFill>
                <a:latin typeface="Consolas"/>
              </a:rPr>
              <a:t>|X[k]|  •  ao vivo</a:t>
            </a:r>
          </a:p>
        </p:txBody>
      </p:sp>
      <p:sp>
        <p:nvSpPr>
          <p:cNvPr id="202" name="S202"/>
          <p:cNvSpPr/>
          <p:nvPr/>
        </p:nvSpPr>
        <p:spPr>
          <a:xfrm>
            <a:off x="8890000" y="1803400"/>
            <a:ext cx="2413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33 fps  •  -3 dB peak</a:t>
            </a:r>
          </a:p>
        </p:txBody>
      </p:sp>
      <p:sp>
        <p:nvSpPr>
          <p:cNvPr id="300" name="S300"/>
          <p:cNvSpPr/>
          <p:nvPr/>
        </p:nvSpPr>
        <p:spPr>
          <a:xfrm>
            <a:off x="1016000" y="4457700"/>
            <a:ext cx="101600" cy="114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1" name="S301"/>
          <p:cNvSpPr/>
          <p:nvPr/>
        </p:nvSpPr>
        <p:spPr>
          <a:xfrm>
            <a:off x="1143000" y="4432300"/>
            <a:ext cx="101600" cy="139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2" name="S302"/>
          <p:cNvSpPr/>
          <p:nvPr/>
        </p:nvSpPr>
        <p:spPr>
          <a:xfrm>
            <a:off x="1270000" y="4394200"/>
            <a:ext cx="1016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3" name="S303"/>
          <p:cNvSpPr/>
          <p:nvPr/>
        </p:nvSpPr>
        <p:spPr>
          <a:xfrm>
            <a:off x="1397000" y="4368800"/>
            <a:ext cx="101600" cy="203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4" name="S304"/>
          <p:cNvSpPr/>
          <p:nvPr/>
        </p:nvSpPr>
        <p:spPr>
          <a:xfrm>
            <a:off x="1524000" y="4343400"/>
            <a:ext cx="101600" cy="228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5" name="S305"/>
          <p:cNvSpPr/>
          <p:nvPr/>
        </p:nvSpPr>
        <p:spPr>
          <a:xfrm>
            <a:off x="1651000" y="4178300"/>
            <a:ext cx="101600" cy="393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6" name="S306"/>
          <p:cNvSpPr/>
          <p:nvPr/>
        </p:nvSpPr>
        <p:spPr>
          <a:xfrm>
            <a:off x="1778000" y="3708400"/>
            <a:ext cx="101600" cy="8636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7" name="S307"/>
          <p:cNvSpPr/>
          <p:nvPr/>
        </p:nvSpPr>
        <p:spPr>
          <a:xfrm>
            <a:off x="1905000" y="2959100"/>
            <a:ext cx="101600" cy="16129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8" name="S308"/>
          <p:cNvSpPr/>
          <p:nvPr/>
        </p:nvSpPr>
        <p:spPr>
          <a:xfrm>
            <a:off x="2032000" y="2578100"/>
            <a:ext cx="101600" cy="19939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9" name="S309"/>
          <p:cNvSpPr/>
          <p:nvPr/>
        </p:nvSpPr>
        <p:spPr>
          <a:xfrm>
            <a:off x="2159000" y="3035300"/>
            <a:ext cx="101600" cy="15367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0" name="S310"/>
          <p:cNvSpPr/>
          <p:nvPr/>
        </p:nvSpPr>
        <p:spPr>
          <a:xfrm>
            <a:off x="2286000" y="3835400"/>
            <a:ext cx="101600" cy="7366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1" name="S311"/>
          <p:cNvSpPr/>
          <p:nvPr/>
        </p:nvSpPr>
        <p:spPr>
          <a:xfrm>
            <a:off x="2413000" y="4343400"/>
            <a:ext cx="101600" cy="228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2" name="S312"/>
          <p:cNvSpPr/>
          <p:nvPr/>
        </p:nvSpPr>
        <p:spPr>
          <a:xfrm>
            <a:off x="2540000" y="4508500"/>
            <a:ext cx="101600" cy="63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3" name="S313"/>
          <p:cNvSpPr/>
          <p:nvPr/>
        </p:nvSpPr>
        <p:spPr>
          <a:xfrm>
            <a:off x="2667000" y="4533900"/>
            <a:ext cx="10160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4" name="S314"/>
          <p:cNvSpPr/>
          <p:nvPr/>
        </p:nvSpPr>
        <p:spPr>
          <a:xfrm>
            <a:off x="2794000" y="4521200"/>
            <a:ext cx="101600" cy="50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5" name="S315"/>
          <p:cNvSpPr/>
          <p:nvPr/>
        </p:nvSpPr>
        <p:spPr>
          <a:xfrm>
            <a:off x="2921000" y="4483100"/>
            <a:ext cx="101600" cy="88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6" name="S316"/>
          <p:cNvSpPr/>
          <p:nvPr/>
        </p:nvSpPr>
        <p:spPr>
          <a:xfrm>
            <a:off x="3048000" y="4445000"/>
            <a:ext cx="1016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7" name="S317"/>
          <p:cNvSpPr/>
          <p:nvPr/>
        </p:nvSpPr>
        <p:spPr>
          <a:xfrm>
            <a:off x="3175000" y="4394200"/>
            <a:ext cx="1016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8" name="S318"/>
          <p:cNvSpPr/>
          <p:nvPr/>
        </p:nvSpPr>
        <p:spPr>
          <a:xfrm>
            <a:off x="3302000" y="4305300"/>
            <a:ext cx="101600" cy="266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9" name="S319"/>
          <p:cNvSpPr/>
          <p:nvPr/>
        </p:nvSpPr>
        <p:spPr>
          <a:xfrm>
            <a:off x="3429000" y="4102100"/>
            <a:ext cx="101600" cy="4699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0" name="S320"/>
          <p:cNvSpPr/>
          <p:nvPr/>
        </p:nvSpPr>
        <p:spPr>
          <a:xfrm>
            <a:off x="3556000" y="3746500"/>
            <a:ext cx="101600" cy="8255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1" name="S321"/>
          <p:cNvSpPr/>
          <p:nvPr/>
        </p:nvSpPr>
        <p:spPr>
          <a:xfrm>
            <a:off x="3683000" y="3352800"/>
            <a:ext cx="101600" cy="1219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2" name="S322"/>
          <p:cNvSpPr/>
          <p:nvPr/>
        </p:nvSpPr>
        <p:spPr>
          <a:xfrm>
            <a:off x="3810000" y="3187700"/>
            <a:ext cx="101600" cy="138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3" name="S323"/>
          <p:cNvSpPr/>
          <p:nvPr/>
        </p:nvSpPr>
        <p:spPr>
          <a:xfrm>
            <a:off x="3937000" y="3403600"/>
            <a:ext cx="101600" cy="1168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4" name="S324"/>
          <p:cNvSpPr/>
          <p:nvPr/>
        </p:nvSpPr>
        <p:spPr>
          <a:xfrm>
            <a:off x="4064000" y="3848100"/>
            <a:ext cx="101600" cy="7239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5" name="S325"/>
          <p:cNvSpPr/>
          <p:nvPr/>
        </p:nvSpPr>
        <p:spPr>
          <a:xfrm>
            <a:off x="4191000" y="4241800"/>
            <a:ext cx="101600" cy="330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6" name="S326"/>
          <p:cNvSpPr/>
          <p:nvPr/>
        </p:nvSpPr>
        <p:spPr>
          <a:xfrm>
            <a:off x="4318000" y="4445000"/>
            <a:ext cx="1016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7" name="S327"/>
          <p:cNvSpPr/>
          <p:nvPr/>
        </p:nvSpPr>
        <p:spPr>
          <a:xfrm>
            <a:off x="4445000" y="4533900"/>
            <a:ext cx="10160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8" name="S328"/>
          <p:cNvSpPr/>
          <p:nvPr/>
        </p:nvSpPr>
        <p:spPr>
          <a:xfrm>
            <a:off x="4572000" y="4546600"/>
            <a:ext cx="1016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9" name="S329"/>
          <p:cNvSpPr/>
          <p:nvPr/>
        </p:nvSpPr>
        <p:spPr>
          <a:xfrm>
            <a:off x="4699000" y="4533900"/>
            <a:ext cx="10160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0" name="S330"/>
          <p:cNvSpPr/>
          <p:nvPr/>
        </p:nvSpPr>
        <p:spPr>
          <a:xfrm>
            <a:off x="4826000" y="4508500"/>
            <a:ext cx="101600" cy="63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1" name="S331"/>
          <p:cNvSpPr/>
          <p:nvPr/>
        </p:nvSpPr>
        <p:spPr>
          <a:xfrm>
            <a:off x="4953000" y="4470400"/>
            <a:ext cx="1016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2" name="S332"/>
          <p:cNvSpPr/>
          <p:nvPr/>
        </p:nvSpPr>
        <p:spPr>
          <a:xfrm>
            <a:off x="5080000" y="4445000"/>
            <a:ext cx="1016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3" name="S333"/>
          <p:cNvSpPr/>
          <p:nvPr/>
        </p:nvSpPr>
        <p:spPr>
          <a:xfrm>
            <a:off x="5207000" y="4406900"/>
            <a:ext cx="101600" cy="165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4" name="S334"/>
          <p:cNvSpPr/>
          <p:nvPr/>
        </p:nvSpPr>
        <p:spPr>
          <a:xfrm>
            <a:off x="5334000" y="4368800"/>
            <a:ext cx="101600" cy="203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5" name="S335"/>
          <p:cNvSpPr/>
          <p:nvPr/>
        </p:nvSpPr>
        <p:spPr>
          <a:xfrm>
            <a:off x="5461000" y="4267200"/>
            <a:ext cx="101600" cy="304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6" name="S336"/>
          <p:cNvSpPr/>
          <p:nvPr/>
        </p:nvSpPr>
        <p:spPr>
          <a:xfrm>
            <a:off x="5588000" y="3835400"/>
            <a:ext cx="101600" cy="7366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7" name="S337"/>
          <p:cNvSpPr/>
          <p:nvPr/>
        </p:nvSpPr>
        <p:spPr>
          <a:xfrm>
            <a:off x="5715000" y="2921000"/>
            <a:ext cx="101600" cy="1651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8" name="S338"/>
          <p:cNvSpPr/>
          <p:nvPr/>
        </p:nvSpPr>
        <p:spPr>
          <a:xfrm>
            <a:off x="5842000" y="2374900"/>
            <a:ext cx="101600" cy="21971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9" name="S339"/>
          <p:cNvSpPr/>
          <p:nvPr/>
        </p:nvSpPr>
        <p:spPr>
          <a:xfrm>
            <a:off x="5969000" y="2984500"/>
            <a:ext cx="101600" cy="15875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0" name="S340"/>
          <p:cNvSpPr/>
          <p:nvPr/>
        </p:nvSpPr>
        <p:spPr>
          <a:xfrm>
            <a:off x="6096000" y="3949700"/>
            <a:ext cx="101600" cy="6223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1" name="S341"/>
          <p:cNvSpPr/>
          <p:nvPr/>
        </p:nvSpPr>
        <p:spPr>
          <a:xfrm>
            <a:off x="6223000" y="4419600"/>
            <a:ext cx="101600" cy="152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2" name="S342"/>
          <p:cNvSpPr/>
          <p:nvPr/>
        </p:nvSpPr>
        <p:spPr>
          <a:xfrm>
            <a:off x="6350000" y="4533900"/>
            <a:ext cx="10160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3" name="S343"/>
          <p:cNvSpPr/>
          <p:nvPr/>
        </p:nvSpPr>
        <p:spPr>
          <a:xfrm>
            <a:off x="6477000" y="4546600"/>
            <a:ext cx="1016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4" name="S344"/>
          <p:cNvSpPr/>
          <p:nvPr/>
        </p:nvSpPr>
        <p:spPr>
          <a:xfrm>
            <a:off x="6604000" y="4546600"/>
            <a:ext cx="1016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5" name="S345"/>
          <p:cNvSpPr/>
          <p:nvPr/>
        </p:nvSpPr>
        <p:spPr>
          <a:xfrm>
            <a:off x="6731000" y="4533900"/>
            <a:ext cx="10160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6" name="S346"/>
          <p:cNvSpPr/>
          <p:nvPr/>
        </p:nvSpPr>
        <p:spPr>
          <a:xfrm>
            <a:off x="6858000" y="4495800"/>
            <a:ext cx="10160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7" name="S347"/>
          <p:cNvSpPr/>
          <p:nvPr/>
        </p:nvSpPr>
        <p:spPr>
          <a:xfrm>
            <a:off x="6985000" y="4470400"/>
            <a:ext cx="1016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8" name="S348"/>
          <p:cNvSpPr/>
          <p:nvPr/>
        </p:nvSpPr>
        <p:spPr>
          <a:xfrm>
            <a:off x="7112000" y="4432300"/>
            <a:ext cx="101600" cy="139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9" name="S349"/>
          <p:cNvSpPr/>
          <p:nvPr/>
        </p:nvSpPr>
        <p:spPr>
          <a:xfrm>
            <a:off x="7239000" y="4394200"/>
            <a:ext cx="1016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0" name="S350"/>
          <p:cNvSpPr/>
          <p:nvPr/>
        </p:nvSpPr>
        <p:spPr>
          <a:xfrm>
            <a:off x="7366000" y="4343400"/>
            <a:ext cx="101600" cy="228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1" name="S351"/>
          <p:cNvSpPr/>
          <p:nvPr/>
        </p:nvSpPr>
        <p:spPr>
          <a:xfrm>
            <a:off x="7493000" y="4254500"/>
            <a:ext cx="101600" cy="317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2" name="S352"/>
          <p:cNvSpPr/>
          <p:nvPr/>
        </p:nvSpPr>
        <p:spPr>
          <a:xfrm>
            <a:off x="7620000" y="4089400"/>
            <a:ext cx="101600" cy="4826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3" name="S353"/>
          <p:cNvSpPr/>
          <p:nvPr/>
        </p:nvSpPr>
        <p:spPr>
          <a:xfrm>
            <a:off x="7747000" y="3860800"/>
            <a:ext cx="101600" cy="7112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4" name="S354"/>
          <p:cNvSpPr/>
          <p:nvPr/>
        </p:nvSpPr>
        <p:spPr>
          <a:xfrm>
            <a:off x="7874000" y="3644900"/>
            <a:ext cx="101600" cy="9271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5" name="S355"/>
          <p:cNvSpPr/>
          <p:nvPr/>
        </p:nvSpPr>
        <p:spPr>
          <a:xfrm>
            <a:off x="8001000" y="3568700"/>
            <a:ext cx="101600" cy="1003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6" name="S356"/>
          <p:cNvSpPr/>
          <p:nvPr/>
        </p:nvSpPr>
        <p:spPr>
          <a:xfrm>
            <a:off x="8128000" y="3708400"/>
            <a:ext cx="101600" cy="8636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7" name="S357"/>
          <p:cNvSpPr/>
          <p:nvPr/>
        </p:nvSpPr>
        <p:spPr>
          <a:xfrm>
            <a:off x="8255000" y="3987800"/>
            <a:ext cx="101600" cy="5842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8" name="S358"/>
          <p:cNvSpPr/>
          <p:nvPr/>
        </p:nvSpPr>
        <p:spPr>
          <a:xfrm>
            <a:off x="8382000" y="4254500"/>
            <a:ext cx="101600" cy="317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9" name="S359"/>
          <p:cNvSpPr/>
          <p:nvPr/>
        </p:nvSpPr>
        <p:spPr>
          <a:xfrm>
            <a:off x="8509000" y="4432300"/>
            <a:ext cx="101600" cy="139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0" name="S360"/>
          <p:cNvSpPr/>
          <p:nvPr/>
        </p:nvSpPr>
        <p:spPr>
          <a:xfrm>
            <a:off x="8636000" y="4508500"/>
            <a:ext cx="101600" cy="63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1" name="S361"/>
          <p:cNvSpPr/>
          <p:nvPr/>
        </p:nvSpPr>
        <p:spPr>
          <a:xfrm>
            <a:off x="8763000" y="4508500"/>
            <a:ext cx="101600" cy="63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2" name="S362"/>
          <p:cNvSpPr/>
          <p:nvPr/>
        </p:nvSpPr>
        <p:spPr>
          <a:xfrm>
            <a:off x="8890000" y="4483100"/>
            <a:ext cx="101600" cy="88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3" name="S363"/>
          <p:cNvSpPr/>
          <p:nvPr/>
        </p:nvSpPr>
        <p:spPr>
          <a:xfrm>
            <a:off x="9017000" y="4445000"/>
            <a:ext cx="1016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4" name="S364"/>
          <p:cNvSpPr/>
          <p:nvPr/>
        </p:nvSpPr>
        <p:spPr>
          <a:xfrm>
            <a:off x="9144000" y="4406900"/>
            <a:ext cx="101600" cy="165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5" name="S365"/>
          <p:cNvSpPr/>
          <p:nvPr/>
        </p:nvSpPr>
        <p:spPr>
          <a:xfrm>
            <a:off x="9271000" y="4343400"/>
            <a:ext cx="101600" cy="228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6" name="S366"/>
          <p:cNvSpPr/>
          <p:nvPr/>
        </p:nvSpPr>
        <p:spPr>
          <a:xfrm>
            <a:off x="9398000" y="4267200"/>
            <a:ext cx="101600" cy="304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7" name="S367"/>
          <p:cNvSpPr/>
          <p:nvPr/>
        </p:nvSpPr>
        <p:spPr>
          <a:xfrm>
            <a:off x="9525000" y="4140200"/>
            <a:ext cx="101600" cy="431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8" name="S368"/>
          <p:cNvSpPr/>
          <p:nvPr/>
        </p:nvSpPr>
        <p:spPr>
          <a:xfrm>
            <a:off x="9652000" y="4013200"/>
            <a:ext cx="101600" cy="5588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9" name="S369"/>
          <p:cNvSpPr/>
          <p:nvPr/>
        </p:nvSpPr>
        <p:spPr>
          <a:xfrm>
            <a:off x="9779000" y="3898900"/>
            <a:ext cx="101600" cy="6731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70" name="S370"/>
          <p:cNvSpPr/>
          <p:nvPr/>
        </p:nvSpPr>
        <p:spPr>
          <a:xfrm>
            <a:off x="9906000" y="3886200"/>
            <a:ext cx="101600" cy="6858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71" name="S371"/>
          <p:cNvSpPr/>
          <p:nvPr/>
        </p:nvSpPr>
        <p:spPr>
          <a:xfrm>
            <a:off x="10033000" y="3975100"/>
            <a:ext cx="101600" cy="5969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72" name="S372"/>
          <p:cNvSpPr/>
          <p:nvPr/>
        </p:nvSpPr>
        <p:spPr>
          <a:xfrm>
            <a:off x="10160000" y="4127500"/>
            <a:ext cx="101600" cy="444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73" name="S373"/>
          <p:cNvSpPr/>
          <p:nvPr/>
        </p:nvSpPr>
        <p:spPr>
          <a:xfrm>
            <a:off x="10287000" y="4305300"/>
            <a:ext cx="101600" cy="266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74" name="S374"/>
          <p:cNvSpPr/>
          <p:nvPr/>
        </p:nvSpPr>
        <p:spPr>
          <a:xfrm>
            <a:off x="10414000" y="4432300"/>
            <a:ext cx="101600" cy="139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75" name="S375"/>
          <p:cNvSpPr/>
          <p:nvPr/>
        </p:nvSpPr>
        <p:spPr>
          <a:xfrm>
            <a:off x="10541000" y="4508500"/>
            <a:ext cx="101600" cy="63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76" name="S376"/>
          <p:cNvSpPr/>
          <p:nvPr/>
        </p:nvSpPr>
        <p:spPr>
          <a:xfrm>
            <a:off x="10668000" y="4521200"/>
            <a:ext cx="101600" cy="50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77" name="S377"/>
          <p:cNvSpPr/>
          <p:nvPr/>
        </p:nvSpPr>
        <p:spPr>
          <a:xfrm>
            <a:off x="10795000" y="4508500"/>
            <a:ext cx="101600" cy="63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78" name="S378"/>
          <p:cNvSpPr/>
          <p:nvPr/>
        </p:nvSpPr>
        <p:spPr>
          <a:xfrm>
            <a:off x="10922000" y="4483100"/>
            <a:ext cx="101600" cy="88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79" name="S379"/>
          <p:cNvSpPr/>
          <p:nvPr/>
        </p:nvSpPr>
        <p:spPr>
          <a:xfrm>
            <a:off x="11049000" y="4445000"/>
            <a:ext cx="1016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0" name="S900"/>
          <p:cNvSpPr/>
          <p:nvPr/>
        </p:nvSpPr>
        <p:spPr>
          <a:xfrm>
            <a:off x="762000" y="4953000"/>
            <a:ext cx="2540000" cy="76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762000" y="4953000"/>
            <a:ext cx="2540000" cy="76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2" name="S902"/>
          <p:cNvSpPr/>
          <p:nvPr/>
        </p:nvSpPr>
        <p:spPr>
          <a:xfrm>
            <a:off x="952500" y="5080000"/>
            <a:ext cx="215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</a:rPr>
              <a:t>Pico atual</a:t>
            </a:r>
          </a:p>
        </p:txBody>
      </p:sp>
      <p:sp>
        <p:nvSpPr>
          <p:cNvPr id="903" name="S903"/>
          <p:cNvSpPr/>
          <p:nvPr/>
        </p:nvSpPr>
        <p:spPr>
          <a:xfrm>
            <a:off x="952500" y="5359400"/>
            <a:ext cx="2159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200" b="1" dirty="0">
                <a:solidFill>
                  <a:srgbClr val="E63946"/>
                </a:solidFill>
                <a:latin typeface="Consolas"/>
              </a:rPr>
              <a:t>442 Hz</a:t>
            </a:r>
          </a:p>
        </p:txBody>
      </p:sp>
      <p:sp>
        <p:nvSpPr>
          <p:cNvPr id="905" name="S905"/>
          <p:cNvSpPr/>
          <p:nvPr/>
        </p:nvSpPr>
        <p:spPr>
          <a:xfrm>
            <a:off x="3429000" y="4953000"/>
            <a:ext cx="2540000" cy="76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06" name="S906"/>
          <p:cNvSpPr/>
          <p:nvPr/>
        </p:nvSpPr>
        <p:spPr>
          <a:xfrm>
            <a:off x="3429000" y="4953000"/>
            <a:ext cx="2540000" cy="76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7" name="S907"/>
          <p:cNvSpPr/>
          <p:nvPr/>
        </p:nvSpPr>
        <p:spPr>
          <a:xfrm>
            <a:off x="3619500" y="5080000"/>
            <a:ext cx="215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</a:rPr>
              <a:t>RMS</a:t>
            </a:r>
          </a:p>
        </p:txBody>
      </p:sp>
      <p:sp>
        <p:nvSpPr>
          <p:cNvPr id="908" name="S908"/>
          <p:cNvSpPr/>
          <p:nvPr/>
        </p:nvSpPr>
        <p:spPr>
          <a:xfrm>
            <a:off x="3619500" y="5359400"/>
            <a:ext cx="2159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200" b="1" dirty="0">
                <a:solidFill>
                  <a:srgbClr val="F4A261"/>
                </a:solidFill>
                <a:latin typeface="Consolas"/>
              </a:rPr>
              <a:t>-12.3 dB</a:t>
            </a:r>
          </a:p>
        </p:txBody>
      </p:sp>
      <p:sp>
        <p:nvSpPr>
          <p:cNvPr id="910" name="S910"/>
          <p:cNvSpPr/>
          <p:nvPr/>
        </p:nvSpPr>
        <p:spPr>
          <a:xfrm>
            <a:off x="6096000" y="4953000"/>
            <a:ext cx="2540000" cy="76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11" name="S911"/>
          <p:cNvSpPr/>
          <p:nvPr/>
        </p:nvSpPr>
        <p:spPr>
          <a:xfrm>
            <a:off x="6096000" y="4953000"/>
            <a:ext cx="2540000" cy="762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12" name="S912"/>
          <p:cNvSpPr/>
          <p:nvPr/>
        </p:nvSpPr>
        <p:spPr>
          <a:xfrm>
            <a:off x="6286500" y="5080000"/>
            <a:ext cx="215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</a:rPr>
              <a:t>Centroid</a:t>
            </a:r>
          </a:p>
        </p:txBody>
      </p:sp>
      <p:sp>
        <p:nvSpPr>
          <p:cNvPr id="913" name="S913"/>
          <p:cNvSpPr/>
          <p:nvPr/>
        </p:nvSpPr>
        <p:spPr>
          <a:xfrm>
            <a:off x="6286500" y="5359400"/>
            <a:ext cx="2159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200" b="1" dirty="0">
                <a:solidFill>
                  <a:srgbClr val="E9C46A"/>
                </a:solidFill>
                <a:latin typeface="Consolas"/>
              </a:rPr>
              <a:t>1.8 kHz</a:t>
            </a:r>
          </a:p>
        </p:txBody>
      </p:sp>
      <p:sp>
        <p:nvSpPr>
          <p:cNvPr id="915" name="S915"/>
          <p:cNvSpPr/>
          <p:nvPr/>
        </p:nvSpPr>
        <p:spPr>
          <a:xfrm>
            <a:off x="8763000" y="4953000"/>
            <a:ext cx="2540000" cy="762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16" name="S916"/>
          <p:cNvSpPr/>
          <p:nvPr/>
        </p:nvSpPr>
        <p:spPr>
          <a:xfrm>
            <a:off x="8763000" y="4953000"/>
            <a:ext cx="254000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17" name="S917"/>
          <p:cNvSpPr/>
          <p:nvPr/>
        </p:nvSpPr>
        <p:spPr>
          <a:xfrm>
            <a:off x="8953500" y="5080000"/>
            <a:ext cx="215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</a:rPr>
              <a:t>Latência</a:t>
            </a:r>
          </a:p>
        </p:txBody>
      </p:sp>
      <p:sp>
        <p:nvSpPr>
          <p:cNvPr id="918" name="S918"/>
          <p:cNvSpPr/>
          <p:nvPr/>
        </p:nvSpPr>
        <p:spPr>
          <a:xfrm>
            <a:off x="8953500" y="5359400"/>
            <a:ext cx="2159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200" b="1" dirty="0">
                <a:solidFill>
                  <a:srgbClr val="2A9D8F"/>
                </a:solidFill>
                <a:latin typeface="Consolas"/>
              </a:rPr>
              <a:t>32 ms</a:t>
            </a:r>
          </a:p>
        </p:txBody>
      </p:sp>
      <p:sp>
        <p:nvSpPr>
          <p:cNvPr id="1000" name="S1000"/>
          <p:cNvSpPr/>
          <p:nvPr/>
        </p:nvSpPr>
        <p:spPr>
          <a:xfrm>
            <a:off x="762000" y="5842000"/>
            <a:ext cx="10668000" cy="7620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01" name="S1001"/>
          <p:cNvSpPr/>
          <p:nvPr/>
        </p:nvSpPr>
        <p:spPr>
          <a:xfrm>
            <a:off x="952500" y="59690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// loop principal — 256 amostras a cada 32 ms</a:t>
            </a:r>
          </a:p>
        </p:txBody>
      </p:sp>
      <p:sp>
        <p:nvSpPr>
          <p:cNvPr id="1002" name="S1002"/>
          <p:cNvSpPr/>
          <p:nvPr/>
        </p:nvSpPr>
        <p:spPr>
          <a:xfrm>
            <a:off x="952500" y="62484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dsps_wind_blackman_f32(win,N); dsps_mul_f32(buf,win,buf,N,1,1,1); dsps_fft2r_fc32(y,N);</a:t>
            </a:r>
          </a:p>
        </p:txBody>
      </p:sp>
    </p:spTree>
    <p:extLst>
      <p:ext uri="{BB962C8B-B14F-4D97-AF65-F5344CB8AC3E}">
        <p14:creationId xmlns:p14="http://schemas.microsoft.com/office/powerpoint/2010/main" val="18252461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200" b="1" dirty="0">
                <a:solidFill>
                  <a:srgbClr val="1A2332"/>
                </a:solidFill>
              </a:rPr>
              <a:t>App  •  Detector de tom DTMF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detectar 8 frequências DTMF sem precisar de FFT — biquad notch + RMS por banda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4064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18415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Matriz DTMF — 8 tons base</a:t>
            </a:r>
          </a:p>
        </p:txBody>
      </p:sp>
      <p:sp>
        <p:nvSpPr>
          <p:cNvPr id="250" name="S250"/>
          <p:cNvSpPr/>
          <p:nvPr/>
        </p:nvSpPr>
        <p:spPr>
          <a:xfrm>
            <a:off x="1651000" y="22225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E63946"/>
                </a:solidFill>
                <a:latin typeface="Consolas"/>
              </a:rPr>
              <a:t>1209 Hz</a:t>
            </a:r>
          </a:p>
        </p:txBody>
      </p:sp>
      <p:sp>
        <p:nvSpPr>
          <p:cNvPr id="251" name="S251"/>
          <p:cNvSpPr/>
          <p:nvPr/>
        </p:nvSpPr>
        <p:spPr>
          <a:xfrm>
            <a:off x="2540000" y="22225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E63946"/>
                </a:solidFill>
                <a:latin typeface="Consolas"/>
              </a:rPr>
              <a:t>1336 Hz</a:t>
            </a:r>
          </a:p>
        </p:txBody>
      </p:sp>
      <p:sp>
        <p:nvSpPr>
          <p:cNvPr id="252" name="S252"/>
          <p:cNvSpPr/>
          <p:nvPr/>
        </p:nvSpPr>
        <p:spPr>
          <a:xfrm>
            <a:off x="3429000" y="22225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E63946"/>
                </a:solidFill>
                <a:latin typeface="Consolas"/>
              </a:rPr>
              <a:t>1477 Hz</a:t>
            </a:r>
          </a:p>
        </p:txBody>
      </p:sp>
      <p:sp>
        <p:nvSpPr>
          <p:cNvPr id="253" name="S253"/>
          <p:cNvSpPr/>
          <p:nvPr/>
        </p:nvSpPr>
        <p:spPr>
          <a:xfrm>
            <a:off x="4318000" y="2222500"/>
            <a:ext cx="762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E63946"/>
                </a:solidFill>
                <a:latin typeface="Consolas"/>
              </a:rPr>
              <a:t>1633 Hz</a:t>
            </a:r>
          </a:p>
        </p:txBody>
      </p:sp>
      <p:sp>
        <p:nvSpPr>
          <p:cNvPr id="280" name="S280"/>
          <p:cNvSpPr/>
          <p:nvPr/>
        </p:nvSpPr>
        <p:spPr>
          <a:xfrm>
            <a:off x="952500" y="2730500"/>
            <a:ext cx="635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2A9D8F"/>
                </a:solidFill>
                <a:latin typeface="Consolas"/>
              </a:rPr>
              <a:t>697</a:t>
            </a:r>
          </a:p>
        </p:txBody>
      </p:sp>
      <p:sp>
        <p:nvSpPr>
          <p:cNvPr id="310" name="S310"/>
          <p:cNvSpPr/>
          <p:nvPr/>
        </p:nvSpPr>
        <p:spPr>
          <a:xfrm>
            <a:off x="1651000" y="26670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1</a:t>
            </a:r>
          </a:p>
        </p:txBody>
      </p:sp>
      <p:sp>
        <p:nvSpPr>
          <p:cNvPr id="311" name="S311"/>
          <p:cNvSpPr/>
          <p:nvPr/>
        </p:nvSpPr>
        <p:spPr>
          <a:xfrm>
            <a:off x="2540000" y="26670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2</a:t>
            </a:r>
          </a:p>
        </p:txBody>
      </p:sp>
      <p:sp>
        <p:nvSpPr>
          <p:cNvPr id="312" name="S312"/>
          <p:cNvSpPr/>
          <p:nvPr/>
        </p:nvSpPr>
        <p:spPr>
          <a:xfrm>
            <a:off x="3429000" y="26670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3</a:t>
            </a:r>
          </a:p>
        </p:txBody>
      </p:sp>
      <p:sp>
        <p:nvSpPr>
          <p:cNvPr id="313" name="S313"/>
          <p:cNvSpPr/>
          <p:nvPr/>
        </p:nvSpPr>
        <p:spPr>
          <a:xfrm>
            <a:off x="4318000" y="26670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A</a:t>
            </a:r>
          </a:p>
        </p:txBody>
      </p:sp>
      <p:sp>
        <p:nvSpPr>
          <p:cNvPr id="281" name="S281"/>
          <p:cNvSpPr/>
          <p:nvPr/>
        </p:nvSpPr>
        <p:spPr>
          <a:xfrm>
            <a:off x="952500" y="3263900"/>
            <a:ext cx="635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2A9D8F"/>
                </a:solidFill>
                <a:latin typeface="Consolas"/>
              </a:rPr>
              <a:t>770</a:t>
            </a:r>
          </a:p>
        </p:txBody>
      </p:sp>
      <p:sp>
        <p:nvSpPr>
          <p:cNvPr id="320" name="S320"/>
          <p:cNvSpPr/>
          <p:nvPr/>
        </p:nvSpPr>
        <p:spPr>
          <a:xfrm>
            <a:off x="1651000" y="32004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4</a:t>
            </a:r>
          </a:p>
        </p:txBody>
      </p:sp>
      <p:sp>
        <p:nvSpPr>
          <p:cNvPr id="321" name="S321"/>
          <p:cNvSpPr/>
          <p:nvPr/>
        </p:nvSpPr>
        <p:spPr>
          <a:xfrm>
            <a:off x="2540000" y="3200400"/>
            <a:ext cx="762000" cy="4572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22" name="S322"/>
          <p:cNvSpPr/>
          <p:nvPr/>
        </p:nvSpPr>
        <p:spPr>
          <a:xfrm>
            <a:off x="3429000" y="32004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6</a:t>
            </a:r>
          </a:p>
        </p:txBody>
      </p:sp>
      <p:sp>
        <p:nvSpPr>
          <p:cNvPr id="323" name="S323"/>
          <p:cNvSpPr/>
          <p:nvPr/>
        </p:nvSpPr>
        <p:spPr>
          <a:xfrm>
            <a:off x="4318000" y="32004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B</a:t>
            </a:r>
          </a:p>
        </p:txBody>
      </p:sp>
      <p:sp>
        <p:nvSpPr>
          <p:cNvPr id="282" name="S282"/>
          <p:cNvSpPr/>
          <p:nvPr/>
        </p:nvSpPr>
        <p:spPr>
          <a:xfrm>
            <a:off x="952500" y="3797300"/>
            <a:ext cx="635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2A9D8F"/>
                </a:solidFill>
                <a:latin typeface="Consolas"/>
              </a:rPr>
              <a:t>852</a:t>
            </a:r>
          </a:p>
        </p:txBody>
      </p:sp>
      <p:sp>
        <p:nvSpPr>
          <p:cNvPr id="330" name="S330"/>
          <p:cNvSpPr/>
          <p:nvPr/>
        </p:nvSpPr>
        <p:spPr>
          <a:xfrm>
            <a:off x="1651000" y="37338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7</a:t>
            </a:r>
          </a:p>
        </p:txBody>
      </p:sp>
      <p:sp>
        <p:nvSpPr>
          <p:cNvPr id="331" name="S331"/>
          <p:cNvSpPr/>
          <p:nvPr/>
        </p:nvSpPr>
        <p:spPr>
          <a:xfrm>
            <a:off x="2540000" y="37338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8</a:t>
            </a:r>
          </a:p>
        </p:txBody>
      </p:sp>
      <p:sp>
        <p:nvSpPr>
          <p:cNvPr id="332" name="S332"/>
          <p:cNvSpPr/>
          <p:nvPr/>
        </p:nvSpPr>
        <p:spPr>
          <a:xfrm>
            <a:off x="3429000" y="37338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9</a:t>
            </a:r>
          </a:p>
        </p:txBody>
      </p:sp>
      <p:sp>
        <p:nvSpPr>
          <p:cNvPr id="333" name="S333"/>
          <p:cNvSpPr/>
          <p:nvPr/>
        </p:nvSpPr>
        <p:spPr>
          <a:xfrm>
            <a:off x="4318000" y="37338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C</a:t>
            </a:r>
          </a:p>
        </p:txBody>
      </p:sp>
      <p:sp>
        <p:nvSpPr>
          <p:cNvPr id="283" name="S283"/>
          <p:cNvSpPr/>
          <p:nvPr/>
        </p:nvSpPr>
        <p:spPr>
          <a:xfrm>
            <a:off x="952500" y="4330700"/>
            <a:ext cx="635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2A9D8F"/>
                </a:solidFill>
                <a:latin typeface="Consolas"/>
              </a:rPr>
              <a:t>941</a:t>
            </a:r>
          </a:p>
        </p:txBody>
      </p:sp>
      <p:sp>
        <p:nvSpPr>
          <p:cNvPr id="340" name="S340"/>
          <p:cNvSpPr/>
          <p:nvPr/>
        </p:nvSpPr>
        <p:spPr>
          <a:xfrm>
            <a:off x="1651000" y="42672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*</a:t>
            </a:r>
          </a:p>
        </p:txBody>
      </p:sp>
      <p:sp>
        <p:nvSpPr>
          <p:cNvPr id="341" name="S341"/>
          <p:cNvSpPr/>
          <p:nvPr/>
        </p:nvSpPr>
        <p:spPr>
          <a:xfrm>
            <a:off x="2540000" y="42672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0</a:t>
            </a:r>
          </a:p>
        </p:txBody>
      </p:sp>
      <p:sp>
        <p:nvSpPr>
          <p:cNvPr id="342" name="S342"/>
          <p:cNvSpPr/>
          <p:nvPr/>
        </p:nvSpPr>
        <p:spPr>
          <a:xfrm>
            <a:off x="3429000" y="42672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#</a:t>
            </a:r>
          </a:p>
        </p:txBody>
      </p:sp>
      <p:sp>
        <p:nvSpPr>
          <p:cNvPr id="343" name="S343"/>
          <p:cNvSpPr/>
          <p:nvPr/>
        </p:nvSpPr>
        <p:spPr>
          <a:xfrm>
            <a:off x="4318000" y="4267200"/>
            <a:ext cx="762000" cy="457200"/>
          </a:xfrm>
          <a:prstGeom prst="roundRect">
            <a:avLst/>
          </a:prstGeom>
          <a:solidFill>
            <a:srgbClr val="F4F4F0"/>
          </a:solidFill>
          <a:ln w="6350">
            <a:solidFill>
              <a:srgbClr val="E5E5E0"/>
            </a:solidFill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264653"/>
                </a:solidFill>
              </a:rPr>
              <a:t>D</a:t>
            </a:r>
          </a:p>
        </p:txBody>
      </p:sp>
      <p:sp>
        <p:nvSpPr>
          <p:cNvPr id="450" name="S450"/>
          <p:cNvSpPr/>
          <p:nvPr/>
        </p:nvSpPr>
        <p:spPr>
          <a:xfrm>
            <a:off x="952500" y="50165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b="1" dirty="0">
                <a:solidFill>
                  <a:srgbClr val="E63946"/>
                </a:solidFill>
                <a:latin typeface="Consolas"/>
              </a:rPr>
              <a:t>⏺  detectado: "5" (770 + 1336 Hz)</a:t>
            </a:r>
          </a:p>
        </p:txBody>
      </p:sp>
      <p:sp>
        <p:nvSpPr>
          <p:cNvPr id="451" name="S451"/>
          <p:cNvSpPr/>
          <p:nvPr/>
        </p:nvSpPr>
        <p:spPr>
          <a:xfrm>
            <a:off x="952500" y="53340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57D"/>
                </a:solidFill>
                <a:latin typeface="Consolas"/>
              </a:rPr>
              <a:t>   confiança: 96 %</a:t>
            </a:r>
          </a:p>
        </p:txBody>
      </p:sp>
      <p:sp>
        <p:nvSpPr>
          <p:cNvPr id="500" name="S500"/>
          <p:cNvSpPr/>
          <p:nvPr/>
        </p:nvSpPr>
        <p:spPr>
          <a:xfrm>
            <a:off x="6223000" y="1651000"/>
            <a:ext cx="5207000" cy="4064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6413500" y="1841500"/>
            <a:ext cx="482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pt-BR" sz="1400" b="1" dirty="0">
                <a:solidFill>
                  <a:srgbClr val="E5E5E0"/>
                </a:solidFill>
                <a:latin typeface="Consolas"/>
              </a:rPr>
              <a:t>dtmf_detect.c</a:t>
            </a:r>
          </a:p>
        </p:txBody>
      </p:sp>
      <p:sp>
        <p:nvSpPr>
          <p:cNvPr id="685" name="S685"/>
          <p:cNvSpPr/>
          <p:nvPr/>
        </p:nvSpPr>
        <p:spPr>
          <a:xfrm>
            <a:off x="6413500" y="22225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F4A261"/>
                </a:solidFill>
                <a:latin typeface="Consolas"/>
              </a:rPr>
              <a:t>#define FS 8000</a:t>
            </a:r>
          </a:p>
        </p:txBody>
      </p:sp>
      <p:sp>
        <p:nvSpPr>
          <p:cNvPr id="701" name="S701"/>
          <p:cNvSpPr/>
          <p:nvPr/>
        </p:nvSpPr>
        <p:spPr>
          <a:xfrm>
            <a:off x="6413500" y="24257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float coef[8][5];   // 1 BPF por tom</a:t>
            </a:r>
          </a:p>
        </p:txBody>
      </p:sp>
      <p:sp>
        <p:nvSpPr>
          <p:cNvPr id="717" name="S717"/>
          <p:cNvSpPr/>
          <p:nvPr/>
        </p:nvSpPr>
        <p:spPr>
          <a:xfrm>
            <a:off x="6413500" y="26289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float w[8][2] = {0};</a:t>
            </a:r>
          </a:p>
        </p:txBody>
      </p:sp>
      <p:sp>
        <p:nvSpPr>
          <p:cNvPr id="737" name="S737"/>
          <p:cNvSpPr/>
          <p:nvPr/>
        </p:nvSpPr>
        <p:spPr>
          <a:xfrm>
            <a:off x="6413500" y="28829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8 BPFs estreitos centrados</a:t>
            </a:r>
          </a:p>
        </p:txBody>
      </p:sp>
      <p:sp>
        <p:nvSpPr>
          <p:cNvPr id="753" name="S753"/>
          <p:cNvSpPr/>
          <p:nvPr/>
        </p:nvSpPr>
        <p:spPr>
          <a:xfrm>
            <a:off x="6413500" y="30861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for (int i=0; i&lt;8; i++)</a:t>
            </a:r>
          </a:p>
        </p:txBody>
      </p:sp>
      <p:sp>
        <p:nvSpPr>
          <p:cNvPr id="769" name="S769"/>
          <p:cNvSpPr/>
          <p:nvPr/>
        </p:nvSpPr>
        <p:spPr>
          <a:xfrm>
            <a:off x="6413500" y="32893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dsps_biquad_gen_bpf_f32(</a:t>
            </a:r>
          </a:p>
        </p:txBody>
      </p:sp>
      <p:sp>
        <p:nvSpPr>
          <p:cNvPr id="785" name="S785"/>
          <p:cNvSpPr/>
          <p:nvPr/>
        </p:nvSpPr>
        <p:spPr>
          <a:xfrm>
            <a:off x="6413500" y="34925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  coef[i], dtmf[i]/FS, 30.0f);</a:t>
            </a:r>
          </a:p>
        </p:txBody>
      </p:sp>
      <p:sp>
        <p:nvSpPr>
          <p:cNvPr id="805" name="S805"/>
          <p:cNvSpPr/>
          <p:nvPr/>
        </p:nvSpPr>
        <p:spPr>
          <a:xfrm>
            <a:off x="6413500" y="37465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processa e mede energia</a:t>
            </a:r>
          </a:p>
        </p:txBody>
      </p:sp>
      <p:sp>
        <p:nvSpPr>
          <p:cNvPr id="821" name="S821"/>
          <p:cNvSpPr/>
          <p:nvPr/>
        </p:nvSpPr>
        <p:spPr>
          <a:xfrm>
            <a:off x="6413500" y="39497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for (int i=0; i&lt;8; i++) {</a:t>
            </a:r>
          </a:p>
        </p:txBody>
      </p:sp>
      <p:sp>
        <p:nvSpPr>
          <p:cNvPr id="837" name="S837"/>
          <p:cNvSpPr/>
          <p:nvPr/>
        </p:nvSpPr>
        <p:spPr>
          <a:xfrm>
            <a:off x="6413500" y="41529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63946"/>
                </a:solidFill>
                <a:latin typeface="Consolas"/>
              </a:rPr>
              <a:t>  dsps_biquad_f32_ae32(</a:t>
            </a:r>
          </a:p>
        </p:txBody>
      </p:sp>
      <p:sp>
        <p:nvSpPr>
          <p:cNvPr id="853" name="S853"/>
          <p:cNvSpPr/>
          <p:nvPr/>
        </p:nvSpPr>
        <p:spPr>
          <a:xfrm>
            <a:off x="6413500" y="43561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  in, band, N, coef[i], w[i]);</a:t>
            </a:r>
          </a:p>
        </p:txBody>
      </p:sp>
      <p:sp>
        <p:nvSpPr>
          <p:cNvPr id="869" name="S869"/>
          <p:cNvSpPr/>
          <p:nvPr/>
        </p:nvSpPr>
        <p:spPr>
          <a:xfrm>
            <a:off x="6413500" y="45593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E5E5E0"/>
                </a:solidFill>
                <a:latin typeface="Consolas"/>
              </a:rPr>
              <a:t>  dsps_rms_f32(band, N, &amp;rms[i]);</a:t>
            </a:r>
          </a:p>
        </p:txBody>
      </p:sp>
      <p:sp>
        <p:nvSpPr>
          <p:cNvPr id="885" name="S885"/>
          <p:cNvSpPr/>
          <p:nvPr/>
        </p:nvSpPr>
        <p:spPr>
          <a:xfrm>
            <a:off x="6413500" y="47625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A9D8F"/>
                </a:solidFill>
                <a:latin typeface="Consolas"/>
              </a:rPr>
              <a:t>}</a:t>
            </a:r>
          </a:p>
        </p:txBody>
      </p:sp>
      <p:sp>
        <p:nvSpPr>
          <p:cNvPr id="905" name="S905"/>
          <p:cNvSpPr/>
          <p:nvPr/>
        </p:nvSpPr>
        <p:spPr>
          <a:xfrm>
            <a:off x="6413500" y="5016500"/>
            <a:ext cx="4826000" cy="203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F4A261"/>
                </a:solidFill>
                <a:latin typeface="Consolas"/>
              </a:rPr>
              <a:t>key = decode(rms);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5969000"/>
            <a:ext cx="10668000" cy="635000"/>
          </a:xfrm>
          <a:prstGeom prst="roundRect">
            <a:avLst/>
          </a:prstGeom>
          <a:solidFill>
            <a:srgbClr val="DDF1E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952500" y="6096000"/>
            <a:ext cx="10287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💡 8 biquads + 8 RMS = ~410 µs por bloco — detecção em &lt;40 ms (padrão DTMF).</a:t>
            </a:r>
          </a:p>
        </p:txBody>
      </p:sp>
    </p:spTree>
    <p:extLst>
      <p:ext uri="{BB962C8B-B14F-4D97-AF65-F5344CB8AC3E}">
        <p14:creationId xmlns:p14="http://schemas.microsoft.com/office/powerpoint/2010/main" val="28105653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800" b="1" dirty="0">
                <a:solidFill>
                  <a:srgbClr val="1A2332"/>
                </a:solidFill>
              </a:rPr>
              <a:t>App  •  Monitoramento de vibração (motor)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acelerômetro MPU6050 → FFT → identifica desbalanceamento, rolamento, alinhamento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10668000" cy="2794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18034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FFT do eixo Z  •  fs = 2 kHz · N = 1024</a:t>
            </a:r>
          </a:p>
        </p:txBody>
      </p:sp>
      <p:sp>
        <p:nvSpPr>
          <p:cNvPr id="202" name="S202"/>
          <p:cNvSpPr/>
          <p:nvPr/>
        </p:nvSpPr>
        <p:spPr>
          <a:xfrm>
            <a:off x="8890000" y="1803400"/>
            <a:ext cx="2413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pt-BR" sz="1300" b="1" dirty="0">
                <a:solidFill>
                  <a:srgbClr val="E63946"/>
                </a:solidFill>
                <a:latin typeface="Consolas"/>
              </a:rPr>
              <a:t>alarme: 1× e 2×</a:t>
            </a:r>
          </a:p>
        </p:txBody>
      </p:sp>
      <p:sp>
        <p:nvSpPr>
          <p:cNvPr id="300" name="S300"/>
          <p:cNvSpPr/>
          <p:nvPr/>
        </p:nvSpPr>
        <p:spPr>
          <a:xfrm>
            <a:off x="1016000" y="4216400"/>
            <a:ext cx="127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1" name="S301"/>
          <p:cNvSpPr/>
          <p:nvPr/>
        </p:nvSpPr>
        <p:spPr>
          <a:xfrm>
            <a:off x="1181100" y="4178300"/>
            <a:ext cx="127000" cy="139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2" name="S302"/>
          <p:cNvSpPr/>
          <p:nvPr/>
        </p:nvSpPr>
        <p:spPr>
          <a:xfrm>
            <a:off x="1346200" y="4140200"/>
            <a:ext cx="1270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3" name="S303"/>
          <p:cNvSpPr/>
          <p:nvPr/>
        </p:nvSpPr>
        <p:spPr>
          <a:xfrm>
            <a:off x="1511300" y="4127500"/>
            <a:ext cx="127000" cy="190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4" name="S304"/>
          <p:cNvSpPr/>
          <p:nvPr/>
        </p:nvSpPr>
        <p:spPr>
          <a:xfrm>
            <a:off x="1676400" y="4140200"/>
            <a:ext cx="1270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5" name="S305"/>
          <p:cNvSpPr/>
          <p:nvPr/>
        </p:nvSpPr>
        <p:spPr>
          <a:xfrm>
            <a:off x="1841500" y="4140200"/>
            <a:ext cx="1270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6" name="S306"/>
          <p:cNvSpPr/>
          <p:nvPr/>
        </p:nvSpPr>
        <p:spPr>
          <a:xfrm>
            <a:off x="2006600" y="3937000"/>
            <a:ext cx="127000" cy="381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7" name="S307"/>
          <p:cNvSpPr/>
          <p:nvPr/>
        </p:nvSpPr>
        <p:spPr>
          <a:xfrm>
            <a:off x="2171700" y="3035300"/>
            <a:ext cx="127000" cy="1282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8" name="S308"/>
          <p:cNvSpPr/>
          <p:nvPr/>
        </p:nvSpPr>
        <p:spPr>
          <a:xfrm>
            <a:off x="2336800" y="2286000"/>
            <a:ext cx="127000" cy="2032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09" name="S309"/>
          <p:cNvSpPr/>
          <p:nvPr/>
        </p:nvSpPr>
        <p:spPr>
          <a:xfrm>
            <a:off x="2501900" y="3086100"/>
            <a:ext cx="127000" cy="1231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0" name="S310"/>
          <p:cNvSpPr/>
          <p:nvPr/>
        </p:nvSpPr>
        <p:spPr>
          <a:xfrm>
            <a:off x="2667000" y="4025900"/>
            <a:ext cx="127000" cy="292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1" name="S311"/>
          <p:cNvSpPr/>
          <p:nvPr/>
        </p:nvSpPr>
        <p:spPr>
          <a:xfrm>
            <a:off x="2832100" y="4254500"/>
            <a:ext cx="127000" cy="63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2" name="S312"/>
          <p:cNvSpPr/>
          <p:nvPr/>
        </p:nvSpPr>
        <p:spPr>
          <a:xfrm>
            <a:off x="2997200" y="4241800"/>
            <a:ext cx="12700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3" name="S313"/>
          <p:cNvSpPr/>
          <p:nvPr/>
        </p:nvSpPr>
        <p:spPr>
          <a:xfrm>
            <a:off x="3162300" y="4178300"/>
            <a:ext cx="127000" cy="139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4" name="S314"/>
          <p:cNvSpPr/>
          <p:nvPr/>
        </p:nvSpPr>
        <p:spPr>
          <a:xfrm>
            <a:off x="3327400" y="3987800"/>
            <a:ext cx="127000" cy="330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5" name="S315"/>
          <p:cNvSpPr/>
          <p:nvPr/>
        </p:nvSpPr>
        <p:spPr>
          <a:xfrm>
            <a:off x="3492500" y="3352800"/>
            <a:ext cx="127000" cy="965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6" name="S316"/>
          <p:cNvSpPr/>
          <p:nvPr/>
        </p:nvSpPr>
        <p:spPr>
          <a:xfrm>
            <a:off x="3657600" y="2832100"/>
            <a:ext cx="127000" cy="14859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7" name="S317"/>
          <p:cNvSpPr/>
          <p:nvPr/>
        </p:nvSpPr>
        <p:spPr>
          <a:xfrm>
            <a:off x="3822700" y="3352800"/>
            <a:ext cx="127000" cy="965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8" name="S318"/>
          <p:cNvSpPr/>
          <p:nvPr/>
        </p:nvSpPr>
        <p:spPr>
          <a:xfrm>
            <a:off x="3987800" y="4000500"/>
            <a:ext cx="127000" cy="317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9" name="S319"/>
          <p:cNvSpPr/>
          <p:nvPr/>
        </p:nvSpPr>
        <p:spPr>
          <a:xfrm>
            <a:off x="4152900" y="4203700"/>
            <a:ext cx="127000" cy="114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0" name="S320"/>
          <p:cNvSpPr/>
          <p:nvPr/>
        </p:nvSpPr>
        <p:spPr>
          <a:xfrm>
            <a:off x="4318000" y="4254500"/>
            <a:ext cx="127000" cy="63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1" name="S321"/>
          <p:cNvSpPr/>
          <p:nvPr/>
        </p:nvSpPr>
        <p:spPr>
          <a:xfrm>
            <a:off x="4483100" y="4267200"/>
            <a:ext cx="127000" cy="50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2" name="S322"/>
          <p:cNvSpPr/>
          <p:nvPr/>
        </p:nvSpPr>
        <p:spPr>
          <a:xfrm>
            <a:off x="4648200" y="4191000"/>
            <a:ext cx="1270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3" name="S323"/>
          <p:cNvSpPr/>
          <p:nvPr/>
        </p:nvSpPr>
        <p:spPr>
          <a:xfrm>
            <a:off x="4813300" y="3987800"/>
            <a:ext cx="127000" cy="330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4" name="S324"/>
          <p:cNvSpPr/>
          <p:nvPr/>
        </p:nvSpPr>
        <p:spPr>
          <a:xfrm>
            <a:off x="4978400" y="3835400"/>
            <a:ext cx="127000" cy="482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5" name="S325"/>
          <p:cNvSpPr/>
          <p:nvPr/>
        </p:nvSpPr>
        <p:spPr>
          <a:xfrm>
            <a:off x="5143500" y="3924300"/>
            <a:ext cx="127000" cy="393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6" name="S326"/>
          <p:cNvSpPr/>
          <p:nvPr/>
        </p:nvSpPr>
        <p:spPr>
          <a:xfrm>
            <a:off x="5308600" y="4064000"/>
            <a:ext cx="127000" cy="254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7" name="S327"/>
          <p:cNvSpPr/>
          <p:nvPr/>
        </p:nvSpPr>
        <p:spPr>
          <a:xfrm>
            <a:off x="5473700" y="4127500"/>
            <a:ext cx="127000" cy="190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8" name="S328"/>
          <p:cNvSpPr/>
          <p:nvPr/>
        </p:nvSpPr>
        <p:spPr>
          <a:xfrm>
            <a:off x="5638800" y="4127500"/>
            <a:ext cx="127000" cy="190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29" name="S329"/>
          <p:cNvSpPr/>
          <p:nvPr/>
        </p:nvSpPr>
        <p:spPr>
          <a:xfrm>
            <a:off x="5803900" y="4140200"/>
            <a:ext cx="1270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0" name="S330"/>
          <p:cNvSpPr/>
          <p:nvPr/>
        </p:nvSpPr>
        <p:spPr>
          <a:xfrm>
            <a:off x="5969000" y="4152900"/>
            <a:ext cx="127000" cy="165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1" name="S331"/>
          <p:cNvSpPr/>
          <p:nvPr/>
        </p:nvSpPr>
        <p:spPr>
          <a:xfrm>
            <a:off x="6134100" y="4191000"/>
            <a:ext cx="1270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2" name="S332"/>
          <p:cNvSpPr/>
          <p:nvPr/>
        </p:nvSpPr>
        <p:spPr>
          <a:xfrm>
            <a:off x="6299200" y="4241800"/>
            <a:ext cx="12700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3" name="S333"/>
          <p:cNvSpPr/>
          <p:nvPr/>
        </p:nvSpPr>
        <p:spPr>
          <a:xfrm>
            <a:off x="6464300" y="4267200"/>
            <a:ext cx="127000" cy="50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4" name="S334"/>
          <p:cNvSpPr/>
          <p:nvPr/>
        </p:nvSpPr>
        <p:spPr>
          <a:xfrm>
            <a:off x="6629400" y="4292600"/>
            <a:ext cx="1270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5" name="S335"/>
          <p:cNvSpPr/>
          <p:nvPr/>
        </p:nvSpPr>
        <p:spPr>
          <a:xfrm>
            <a:off x="6794500" y="4292600"/>
            <a:ext cx="1270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6" name="S336"/>
          <p:cNvSpPr/>
          <p:nvPr/>
        </p:nvSpPr>
        <p:spPr>
          <a:xfrm>
            <a:off x="6959600" y="4279900"/>
            <a:ext cx="12700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7" name="S337"/>
          <p:cNvSpPr/>
          <p:nvPr/>
        </p:nvSpPr>
        <p:spPr>
          <a:xfrm>
            <a:off x="7124700" y="4241800"/>
            <a:ext cx="12700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8" name="S338"/>
          <p:cNvSpPr/>
          <p:nvPr/>
        </p:nvSpPr>
        <p:spPr>
          <a:xfrm>
            <a:off x="7289800" y="4178300"/>
            <a:ext cx="127000" cy="1397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39" name="S339"/>
          <p:cNvSpPr/>
          <p:nvPr/>
        </p:nvSpPr>
        <p:spPr>
          <a:xfrm>
            <a:off x="7454900" y="4064000"/>
            <a:ext cx="127000" cy="254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0" name="S340"/>
          <p:cNvSpPr/>
          <p:nvPr/>
        </p:nvSpPr>
        <p:spPr>
          <a:xfrm>
            <a:off x="7620000" y="3784600"/>
            <a:ext cx="127000" cy="533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1" name="S341"/>
          <p:cNvSpPr/>
          <p:nvPr/>
        </p:nvSpPr>
        <p:spPr>
          <a:xfrm>
            <a:off x="7785100" y="3390900"/>
            <a:ext cx="127000" cy="9271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2" name="S342"/>
          <p:cNvSpPr/>
          <p:nvPr/>
        </p:nvSpPr>
        <p:spPr>
          <a:xfrm>
            <a:off x="7950200" y="3200400"/>
            <a:ext cx="127000" cy="1117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3" name="S343"/>
          <p:cNvSpPr/>
          <p:nvPr/>
        </p:nvSpPr>
        <p:spPr>
          <a:xfrm>
            <a:off x="8115300" y="3441700"/>
            <a:ext cx="127000" cy="876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4" name="S344"/>
          <p:cNvSpPr/>
          <p:nvPr/>
        </p:nvSpPr>
        <p:spPr>
          <a:xfrm>
            <a:off x="8280400" y="3860800"/>
            <a:ext cx="127000" cy="457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5" name="S345"/>
          <p:cNvSpPr/>
          <p:nvPr/>
        </p:nvSpPr>
        <p:spPr>
          <a:xfrm>
            <a:off x="8445500" y="4152900"/>
            <a:ext cx="127000" cy="1651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6" name="S346"/>
          <p:cNvSpPr/>
          <p:nvPr/>
        </p:nvSpPr>
        <p:spPr>
          <a:xfrm>
            <a:off x="8610600" y="4267200"/>
            <a:ext cx="127000" cy="50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7" name="S347"/>
          <p:cNvSpPr/>
          <p:nvPr/>
        </p:nvSpPr>
        <p:spPr>
          <a:xfrm>
            <a:off x="8775700" y="4292600"/>
            <a:ext cx="1270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8" name="S348"/>
          <p:cNvSpPr/>
          <p:nvPr/>
        </p:nvSpPr>
        <p:spPr>
          <a:xfrm>
            <a:off x="8940800" y="4292600"/>
            <a:ext cx="1270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49" name="S349"/>
          <p:cNvSpPr/>
          <p:nvPr/>
        </p:nvSpPr>
        <p:spPr>
          <a:xfrm>
            <a:off x="9105900" y="4267200"/>
            <a:ext cx="127000" cy="50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0" name="S350"/>
          <p:cNvSpPr/>
          <p:nvPr/>
        </p:nvSpPr>
        <p:spPr>
          <a:xfrm>
            <a:off x="9271000" y="4229100"/>
            <a:ext cx="127000" cy="88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1" name="S351"/>
          <p:cNvSpPr/>
          <p:nvPr/>
        </p:nvSpPr>
        <p:spPr>
          <a:xfrm>
            <a:off x="9436100" y="4178300"/>
            <a:ext cx="127000" cy="139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2" name="S352"/>
          <p:cNvSpPr/>
          <p:nvPr/>
        </p:nvSpPr>
        <p:spPr>
          <a:xfrm>
            <a:off x="9601200" y="4152900"/>
            <a:ext cx="127000" cy="165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3" name="S353"/>
          <p:cNvSpPr/>
          <p:nvPr/>
        </p:nvSpPr>
        <p:spPr>
          <a:xfrm>
            <a:off x="9766300" y="4127500"/>
            <a:ext cx="127000" cy="190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4" name="S354"/>
          <p:cNvSpPr/>
          <p:nvPr/>
        </p:nvSpPr>
        <p:spPr>
          <a:xfrm>
            <a:off x="9931400" y="4127500"/>
            <a:ext cx="127000" cy="190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5" name="S355"/>
          <p:cNvSpPr/>
          <p:nvPr/>
        </p:nvSpPr>
        <p:spPr>
          <a:xfrm>
            <a:off x="10096500" y="4152900"/>
            <a:ext cx="127000" cy="165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6" name="S356"/>
          <p:cNvSpPr/>
          <p:nvPr/>
        </p:nvSpPr>
        <p:spPr>
          <a:xfrm>
            <a:off x="10261600" y="4191000"/>
            <a:ext cx="1270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7" name="S357"/>
          <p:cNvSpPr/>
          <p:nvPr/>
        </p:nvSpPr>
        <p:spPr>
          <a:xfrm>
            <a:off x="10426700" y="4229100"/>
            <a:ext cx="127000" cy="88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8" name="S358"/>
          <p:cNvSpPr/>
          <p:nvPr/>
        </p:nvSpPr>
        <p:spPr>
          <a:xfrm>
            <a:off x="10591800" y="4267200"/>
            <a:ext cx="127000" cy="50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59" name="S359"/>
          <p:cNvSpPr/>
          <p:nvPr/>
        </p:nvSpPr>
        <p:spPr>
          <a:xfrm>
            <a:off x="10756900" y="4292600"/>
            <a:ext cx="1270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0" name="S360"/>
          <p:cNvSpPr/>
          <p:nvPr/>
        </p:nvSpPr>
        <p:spPr>
          <a:xfrm>
            <a:off x="10922000" y="4292600"/>
            <a:ext cx="127000" cy="25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1" name="S361"/>
          <p:cNvSpPr/>
          <p:nvPr/>
        </p:nvSpPr>
        <p:spPr>
          <a:xfrm>
            <a:off x="11087100" y="4279900"/>
            <a:ext cx="127000" cy="38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2" name="S362"/>
          <p:cNvSpPr/>
          <p:nvPr/>
        </p:nvSpPr>
        <p:spPr>
          <a:xfrm>
            <a:off x="11252200" y="4241800"/>
            <a:ext cx="127000" cy="76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3" name="S363"/>
          <p:cNvSpPr/>
          <p:nvPr/>
        </p:nvSpPr>
        <p:spPr>
          <a:xfrm>
            <a:off x="11417300" y="4203700"/>
            <a:ext cx="127000" cy="114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0" name="S500"/>
          <p:cNvSpPr/>
          <p:nvPr/>
        </p:nvSpPr>
        <p:spPr>
          <a:xfrm>
            <a:off x="1270000" y="20574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E63946"/>
                </a:solidFill>
                <a:latin typeface="Consolas"/>
              </a:rPr>
              <a:t>1×  60 Hz</a:t>
            </a:r>
          </a:p>
        </p:txBody>
      </p:sp>
      <p:sp>
        <p:nvSpPr>
          <p:cNvPr id="501" name="S501"/>
          <p:cNvSpPr/>
          <p:nvPr/>
        </p:nvSpPr>
        <p:spPr>
          <a:xfrm>
            <a:off x="2540000" y="2794000"/>
            <a:ext cx="1016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E63946"/>
                </a:solidFill>
                <a:latin typeface="Consolas"/>
              </a:rPr>
              <a:t>2×  120 Hz</a:t>
            </a:r>
          </a:p>
        </p:txBody>
      </p:sp>
      <p:sp>
        <p:nvSpPr>
          <p:cNvPr id="502" name="S502"/>
          <p:cNvSpPr/>
          <p:nvPr/>
        </p:nvSpPr>
        <p:spPr>
          <a:xfrm>
            <a:off x="6858000" y="3048000"/>
            <a:ext cx="1270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F4A261"/>
                </a:solidFill>
                <a:latin typeface="Consolas"/>
              </a:rPr>
              <a:t>banda rolamento</a:t>
            </a:r>
          </a:p>
        </p:txBody>
      </p:sp>
      <p:sp>
        <p:nvSpPr>
          <p:cNvPr id="503" name="S503"/>
          <p:cNvSpPr/>
          <p:nvPr/>
        </p:nvSpPr>
        <p:spPr>
          <a:xfrm>
            <a:off x="952500" y="44450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6C757D"/>
                </a:solidFill>
                <a:latin typeface="Consolas"/>
              </a:rPr>
              <a:t>0 Hz                250 Hz                500 Hz                750 Hz              1 kHz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4826000"/>
            <a:ext cx="3429000" cy="101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762000" y="4826000"/>
            <a:ext cx="3429000" cy="762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2" name="S902"/>
          <p:cNvSpPr/>
          <p:nvPr/>
        </p:nvSpPr>
        <p:spPr>
          <a:xfrm>
            <a:off x="952500" y="49784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Desbalanceamento</a:t>
            </a:r>
          </a:p>
        </p:txBody>
      </p:sp>
      <p:sp>
        <p:nvSpPr>
          <p:cNvPr id="903" name="S903"/>
          <p:cNvSpPr/>
          <p:nvPr/>
        </p:nvSpPr>
        <p:spPr>
          <a:xfrm>
            <a:off x="952500" y="52832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E63946"/>
                </a:solidFill>
                <a:latin typeface="Consolas"/>
              </a:rPr>
              <a:t>ALTA</a:t>
            </a:r>
          </a:p>
        </p:txBody>
      </p:sp>
      <p:sp>
        <p:nvSpPr>
          <p:cNvPr id="904" name="S904"/>
          <p:cNvSpPr/>
          <p:nvPr/>
        </p:nvSpPr>
        <p:spPr>
          <a:xfrm>
            <a:off x="952500" y="56134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6C757D"/>
                </a:solidFill>
              </a:rPr>
              <a:t>pico em 1× muito forte</a:t>
            </a:r>
          </a:p>
        </p:txBody>
      </p:sp>
      <p:sp>
        <p:nvSpPr>
          <p:cNvPr id="905" name="S905"/>
          <p:cNvSpPr/>
          <p:nvPr/>
        </p:nvSpPr>
        <p:spPr>
          <a:xfrm>
            <a:off x="4318000" y="4826000"/>
            <a:ext cx="3429000" cy="101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06" name="S906"/>
          <p:cNvSpPr/>
          <p:nvPr/>
        </p:nvSpPr>
        <p:spPr>
          <a:xfrm>
            <a:off x="4318000" y="4826000"/>
            <a:ext cx="3429000" cy="76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7" name="S907"/>
          <p:cNvSpPr/>
          <p:nvPr/>
        </p:nvSpPr>
        <p:spPr>
          <a:xfrm>
            <a:off x="4508500" y="49784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Desalinhamento</a:t>
            </a:r>
          </a:p>
        </p:txBody>
      </p:sp>
      <p:sp>
        <p:nvSpPr>
          <p:cNvPr id="908" name="S908"/>
          <p:cNvSpPr/>
          <p:nvPr/>
        </p:nvSpPr>
        <p:spPr>
          <a:xfrm>
            <a:off x="4508500" y="52832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F4A261"/>
                </a:solidFill>
                <a:latin typeface="Consolas"/>
              </a:rPr>
              <a:t>MÉDIA</a:t>
            </a:r>
          </a:p>
        </p:txBody>
      </p:sp>
      <p:sp>
        <p:nvSpPr>
          <p:cNvPr id="909" name="S909"/>
          <p:cNvSpPr/>
          <p:nvPr/>
        </p:nvSpPr>
        <p:spPr>
          <a:xfrm>
            <a:off x="4508500" y="56134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6C757D"/>
                </a:solidFill>
              </a:rPr>
              <a:t>2× elevado vs base</a:t>
            </a:r>
          </a:p>
        </p:txBody>
      </p:sp>
      <p:sp>
        <p:nvSpPr>
          <p:cNvPr id="910" name="S910"/>
          <p:cNvSpPr/>
          <p:nvPr/>
        </p:nvSpPr>
        <p:spPr>
          <a:xfrm>
            <a:off x="7874000" y="4826000"/>
            <a:ext cx="3429000" cy="101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11" name="S911"/>
          <p:cNvSpPr/>
          <p:nvPr/>
        </p:nvSpPr>
        <p:spPr>
          <a:xfrm>
            <a:off x="7874000" y="4826000"/>
            <a:ext cx="3429000" cy="762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12" name="S912"/>
          <p:cNvSpPr/>
          <p:nvPr/>
        </p:nvSpPr>
        <p:spPr>
          <a:xfrm>
            <a:off x="8064500" y="4978400"/>
            <a:ext cx="3048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Rolamento</a:t>
            </a:r>
          </a:p>
        </p:txBody>
      </p:sp>
      <p:sp>
        <p:nvSpPr>
          <p:cNvPr id="913" name="S913"/>
          <p:cNvSpPr/>
          <p:nvPr/>
        </p:nvSpPr>
        <p:spPr>
          <a:xfrm>
            <a:off x="8064500" y="5283200"/>
            <a:ext cx="304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000" b="1" dirty="0">
                <a:solidFill>
                  <a:srgbClr val="E9C46A"/>
                </a:solidFill>
                <a:latin typeface="Consolas"/>
              </a:rPr>
              <a:t>ALERTA</a:t>
            </a:r>
          </a:p>
        </p:txBody>
      </p:sp>
      <p:sp>
        <p:nvSpPr>
          <p:cNvPr id="914" name="S914"/>
          <p:cNvSpPr/>
          <p:nvPr/>
        </p:nvSpPr>
        <p:spPr>
          <a:xfrm>
            <a:off x="8064500" y="5613400"/>
            <a:ext cx="3048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6C757D"/>
                </a:solidFill>
              </a:rPr>
              <a:t>banda 700-900 Hz</a:t>
            </a:r>
          </a:p>
        </p:txBody>
      </p:sp>
      <p:sp>
        <p:nvSpPr>
          <p:cNvPr id="1000" name="S1000"/>
          <p:cNvSpPr/>
          <p:nvPr/>
        </p:nvSpPr>
        <p:spPr>
          <a:xfrm>
            <a:off x="762000" y="60960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alarm = (mag[8] &gt; THR_1X) || (mag[8]/mag[1] &gt; 6.0f);   // detecção simples</a:t>
            </a:r>
          </a:p>
        </p:txBody>
      </p:sp>
    </p:spTree>
    <p:extLst>
      <p:ext uri="{BB962C8B-B14F-4D97-AF65-F5344CB8AC3E}">
        <p14:creationId xmlns:p14="http://schemas.microsoft.com/office/powerpoint/2010/main" val="25194447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200" b="1" dirty="0">
                <a:solidFill>
                  <a:srgbClr val="1A2332"/>
                </a:solidFill>
              </a:rPr>
              <a:t>App  •  Voice Activity Detector (VAD)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detecta presença de fala — envio de áudio só quando alguém fala (economia de banda)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10668000" cy="762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0" name="S210"/>
          <p:cNvSpPr/>
          <p:nvPr/>
        </p:nvSpPr>
        <p:spPr>
          <a:xfrm>
            <a:off x="952500" y="1752600"/>
            <a:ext cx="1524000" cy="55880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1" name="S211"/>
          <p:cNvSpPr/>
          <p:nvPr/>
        </p:nvSpPr>
        <p:spPr>
          <a:xfrm>
            <a:off x="952500" y="18034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FFFFFF"/>
                </a:solidFill>
                <a:latin typeface="Consolas"/>
              </a:rPr>
              <a:t>I2S</a:t>
            </a:r>
          </a:p>
        </p:txBody>
      </p:sp>
      <p:sp>
        <p:nvSpPr>
          <p:cNvPr id="212" name="S212"/>
          <p:cNvSpPr/>
          <p:nvPr/>
        </p:nvSpPr>
        <p:spPr>
          <a:xfrm>
            <a:off x="952500" y="20447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000" dirty="0">
                <a:solidFill>
                  <a:srgbClr val="FFFFFF"/>
                </a:solidFill>
                <a:latin typeface="Consolas"/>
              </a:rPr>
              <a:t>INMP441</a:t>
            </a:r>
          </a:p>
        </p:txBody>
      </p:sp>
      <p:sp>
        <p:nvSpPr>
          <p:cNvPr id="213" name="S213"/>
          <p:cNvSpPr/>
          <p:nvPr/>
        </p:nvSpPr>
        <p:spPr>
          <a:xfrm>
            <a:off x="2489200" y="1955800"/>
            <a:ext cx="177800" cy="2286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5" name="S215"/>
          <p:cNvSpPr/>
          <p:nvPr/>
        </p:nvSpPr>
        <p:spPr>
          <a:xfrm>
            <a:off x="2667000" y="1752600"/>
            <a:ext cx="1524000" cy="5588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6" name="S216"/>
          <p:cNvSpPr/>
          <p:nvPr/>
        </p:nvSpPr>
        <p:spPr>
          <a:xfrm>
            <a:off x="2667000" y="18034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FFFFFF"/>
                </a:solidFill>
                <a:latin typeface="Consolas"/>
              </a:rPr>
              <a:t>HPF 80 Hz</a:t>
            </a:r>
          </a:p>
        </p:txBody>
      </p:sp>
      <p:sp>
        <p:nvSpPr>
          <p:cNvPr id="217" name="S217"/>
          <p:cNvSpPr/>
          <p:nvPr/>
        </p:nvSpPr>
        <p:spPr>
          <a:xfrm>
            <a:off x="2667000" y="20447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000" dirty="0">
                <a:solidFill>
                  <a:srgbClr val="FFFFFF"/>
                </a:solidFill>
                <a:latin typeface="Consolas"/>
              </a:rPr>
              <a:t>(remove DC)</a:t>
            </a:r>
          </a:p>
        </p:txBody>
      </p:sp>
      <p:sp>
        <p:nvSpPr>
          <p:cNvPr id="218" name="S218"/>
          <p:cNvSpPr/>
          <p:nvPr/>
        </p:nvSpPr>
        <p:spPr>
          <a:xfrm>
            <a:off x="4203700" y="1955800"/>
            <a:ext cx="177800" cy="2286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0" name="S220"/>
          <p:cNvSpPr/>
          <p:nvPr/>
        </p:nvSpPr>
        <p:spPr>
          <a:xfrm>
            <a:off x="4381500" y="1752600"/>
            <a:ext cx="1524000" cy="5588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1" name="S221"/>
          <p:cNvSpPr/>
          <p:nvPr/>
        </p:nvSpPr>
        <p:spPr>
          <a:xfrm>
            <a:off x="4381500" y="18034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FFFFFF"/>
                </a:solidFill>
                <a:latin typeface="Consolas"/>
              </a:rPr>
              <a:t>frame 20 ms</a:t>
            </a:r>
          </a:p>
        </p:txBody>
      </p:sp>
      <p:sp>
        <p:nvSpPr>
          <p:cNvPr id="222" name="S222"/>
          <p:cNvSpPr/>
          <p:nvPr/>
        </p:nvSpPr>
        <p:spPr>
          <a:xfrm>
            <a:off x="4381500" y="20447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000" dirty="0">
                <a:solidFill>
                  <a:srgbClr val="FFFFFF"/>
                </a:solidFill>
                <a:latin typeface="Consolas"/>
              </a:rPr>
              <a:t>× 320</a:t>
            </a:r>
          </a:p>
        </p:txBody>
      </p:sp>
      <p:sp>
        <p:nvSpPr>
          <p:cNvPr id="223" name="S223"/>
          <p:cNvSpPr/>
          <p:nvPr/>
        </p:nvSpPr>
        <p:spPr>
          <a:xfrm>
            <a:off x="5918200" y="1955800"/>
            <a:ext cx="177800" cy="2286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5" name="S225"/>
          <p:cNvSpPr/>
          <p:nvPr/>
        </p:nvSpPr>
        <p:spPr>
          <a:xfrm>
            <a:off x="6096000" y="1752600"/>
            <a:ext cx="1524000" cy="558800"/>
          </a:xfrm>
          <a:prstGeom prst="round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6" name="S226"/>
          <p:cNvSpPr/>
          <p:nvPr/>
        </p:nvSpPr>
        <p:spPr>
          <a:xfrm>
            <a:off x="6096000" y="18034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FFFFFF"/>
                </a:solidFill>
                <a:latin typeface="Consolas"/>
              </a:rPr>
              <a:t>E_low / E_high</a:t>
            </a:r>
          </a:p>
        </p:txBody>
      </p:sp>
      <p:sp>
        <p:nvSpPr>
          <p:cNvPr id="227" name="S227"/>
          <p:cNvSpPr/>
          <p:nvPr/>
        </p:nvSpPr>
        <p:spPr>
          <a:xfrm>
            <a:off x="6096000" y="20447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000" dirty="0">
                <a:solidFill>
                  <a:srgbClr val="FFFFFF"/>
                </a:solidFill>
                <a:latin typeface="Consolas"/>
              </a:rPr>
              <a:t>(2 BPFs)</a:t>
            </a:r>
          </a:p>
        </p:txBody>
      </p:sp>
      <p:sp>
        <p:nvSpPr>
          <p:cNvPr id="228" name="S228"/>
          <p:cNvSpPr/>
          <p:nvPr/>
        </p:nvSpPr>
        <p:spPr>
          <a:xfrm>
            <a:off x="7632700" y="1955800"/>
            <a:ext cx="177800" cy="2286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0" name="S230"/>
          <p:cNvSpPr/>
          <p:nvPr/>
        </p:nvSpPr>
        <p:spPr>
          <a:xfrm>
            <a:off x="7810500" y="1752600"/>
            <a:ext cx="1524000" cy="5588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1" name="S231"/>
          <p:cNvSpPr/>
          <p:nvPr/>
        </p:nvSpPr>
        <p:spPr>
          <a:xfrm>
            <a:off x="7810500" y="18034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FFFFFF"/>
                </a:solidFill>
                <a:latin typeface="Consolas"/>
              </a:rPr>
              <a:t>ZCR</a:t>
            </a:r>
          </a:p>
        </p:txBody>
      </p:sp>
      <p:sp>
        <p:nvSpPr>
          <p:cNvPr id="232" name="S232"/>
          <p:cNvSpPr/>
          <p:nvPr/>
        </p:nvSpPr>
        <p:spPr>
          <a:xfrm>
            <a:off x="7810500" y="20447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000" dirty="0">
                <a:solidFill>
                  <a:srgbClr val="FFFFFF"/>
                </a:solidFill>
                <a:latin typeface="Consolas"/>
              </a:rPr>
              <a:t>(zero cross)</a:t>
            </a:r>
          </a:p>
        </p:txBody>
      </p:sp>
      <p:sp>
        <p:nvSpPr>
          <p:cNvPr id="233" name="S233"/>
          <p:cNvSpPr/>
          <p:nvPr/>
        </p:nvSpPr>
        <p:spPr>
          <a:xfrm>
            <a:off x="9347200" y="1955800"/>
            <a:ext cx="177800" cy="22860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5" name="S235"/>
          <p:cNvSpPr/>
          <p:nvPr/>
        </p:nvSpPr>
        <p:spPr>
          <a:xfrm>
            <a:off x="9525000" y="1752600"/>
            <a:ext cx="1524000" cy="558800"/>
          </a:xfrm>
          <a:prstGeom prst="round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6" name="S236"/>
          <p:cNvSpPr/>
          <p:nvPr/>
        </p:nvSpPr>
        <p:spPr>
          <a:xfrm>
            <a:off x="9525000" y="18034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100" b="1" dirty="0">
                <a:solidFill>
                  <a:srgbClr val="FFFFFF"/>
                </a:solidFill>
                <a:latin typeface="Consolas"/>
              </a:rPr>
              <a:t>decisão</a:t>
            </a:r>
          </a:p>
        </p:txBody>
      </p:sp>
      <p:sp>
        <p:nvSpPr>
          <p:cNvPr id="237" name="S237"/>
          <p:cNvSpPr/>
          <p:nvPr/>
        </p:nvSpPr>
        <p:spPr>
          <a:xfrm>
            <a:off x="9525000" y="2044700"/>
            <a:ext cx="152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000" dirty="0">
                <a:solidFill>
                  <a:srgbClr val="FFFFFF"/>
                </a:solidFill>
                <a:latin typeface="Consolas"/>
              </a:rPr>
              <a:t>(threshold)</a:t>
            </a:r>
          </a:p>
        </p:txBody>
      </p:sp>
      <p:sp>
        <p:nvSpPr>
          <p:cNvPr id="400" name="S400"/>
          <p:cNvSpPr/>
          <p:nvPr/>
        </p:nvSpPr>
        <p:spPr>
          <a:xfrm>
            <a:off x="762000" y="2667000"/>
            <a:ext cx="10668000" cy="2921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401" name="S401"/>
          <p:cNvSpPr/>
          <p:nvPr/>
        </p:nvSpPr>
        <p:spPr>
          <a:xfrm>
            <a:off x="952500" y="28194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detecção ao longo de 5 segundos</a:t>
            </a:r>
          </a:p>
        </p:txBody>
      </p:sp>
      <p:sp>
        <p:nvSpPr>
          <p:cNvPr id="500" name="S500"/>
          <p:cNvSpPr/>
          <p:nvPr/>
        </p:nvSpPr>
        <p:spPr>
          <a:xfrm>
            <a:off x="1016000" y="4241800"/>
            <a:ext cx="76200" cy="76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1117600" y="4216400"/>
            <a:ext cx="762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2" name="S502"/>
          <p:cNvSpPr/>
          <p:nvPr/>
        </p:nvSpPr>
        <p:spPr>
          <a:xfrm>
            <a:off x="12192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3" name="S503"/>
          <p:cNvSpPr/>
          <p:nvPr/>
        </p:nvSpPr>
        <p:spPr>
          <a:xfrm>
            <a:off x="1320800" y="4191000"/>
            <a:ext cx="76200" cy="127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4" name="S504"/>
          <p:cNvSpPr/>
          <p:nvPr/>
        </p:nvSpPr>
        <p:spPr>
          <a:xfrm>
            <a:off x="14224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5" name="S505"/>
          <p:cNvSpPr/>
          <p:nvPr/>
        </p:nvSpPr>
        <p:spPr>
          <a:xfrm>
            <a:off x="1524000" y="4229100"/>
            <a:ext cx="76200" cy="889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6" name="S506"/>
          <p:cNvSpPr/>
          <p:nvPr/>
        </p:nvSpPr>
        <p:spPr>
          <a:xfrm>
            <a:off x="1625600" y="4254500"/>
            <a:ext cx="76200" cy="635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7" name="S507"/>
          <p:cNvSpPr/>
          <p:nvPr/>
        </p:nvSpPr>
        <p:spPr>
          <a:xfrm>
            <a:off x="1727200" y="4267200"/>
            <a:ext cx="76200" cy="50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8" name="S508"/>
          <p:cNvSpPr/>
          <p:nvPr/>
        </p:nvSpPr>
        <p:spPr>
          <a:xfrm>
            <a:off x="1828800" y="4279900"/>
            <a:ext cx="76200" cy="381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9" name="S509"/>
          <p:cNvSpPr/>
          <p:nvPr/>
        </p:nvSpPr>
        <p:spPr>
          <a:xfrm>
            <a:off x="1930400" y="4267200"/>
            <a:ext cx="76200" cy="50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0" name="S510"/>
          <p:cNvSpPr/>
          <p:nvPr/>
        </p:nvSpPr>
        <p:spPr>
          <a:xfrm>
            <a:off x="2032000" y="4241800"/>
            <a:ext cx="76200" cy="76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1" name="S511"/>
          <p:cNvSpPr/>
          <p:nvPr/>
        </p:nvSpPr>
        <p:spPr>
          <a:xfrm>
            <a:off x="2133600" y="4229100"/>
            <a:ext cx="76200" cy="889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2" name="S512"/>
          <p:cNvSpPr/>
          <p:nvPr/>
        </p:nvSpPr>
        <p:spPr>
          <a:xfrm>
            <a:off x="22352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3" name="S513"/>
          <p:cNvSpPr/>
          <p:nvPr/>
        </p:nvSpPr>
        <p:spPr>
          <a:xfrm>
            <a:off x="2336800" y="4191000"/>
            <a:ext cx="76200" cy="127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4" name="S514"/>
          <p:cNvSpPr/>
          <p:nvPr/>
        </p:nvSpPr>
        <p:spPr>
          <a:xfrm>
            <a:off x="24384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5" name="S515"/>
          <p:cNvSpPr/>
          <p:nvPr/>
        </p:nvSpPr>
        <p:spPr>
          <a:xfrm>
            <a:off x="2540000" y="4216400"/>
            <a:ext cx="762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6" name="S516"/>
          <p:cNvSpPr/>
          <p:nvPr/>
        </p:nvSpPr>
        <p:spPr>
          <a:xfrm>
            <a:off x="2641600" y="4241800"/>
            <a:ext cx="76200" cy="76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7" name="S517"/>
          <p:cNvSpPr/>
          <p:nvPr/>
        </p:nvSpPr>
        <p:spPr>
          <a:xfrm>
            <a:off x="2743200" y="4267200"/>
            <a:ext cx="76200" cy="50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8" name="S518"/>
          <p:cNvSpPr/>
          <p:nvPr/>
        </p:nvSpPr>
        <p:spPr>
          <a:xfrm>
            <a:off x="2844800" y="3835400"/>
            <a:ext cx="76200" cy="482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9" name="S519"/>
          <p:cNvSpPr/>
          <p:nvPr/>
        </p:nvSpPr>
        <p:spPr>
          <a:xfrm>
            <a:off x="2946400" y="3962400"/>
            <a:ext cx="76200" cy="355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0" name="S520"/>
          <p:cNvSpPr/>
          <p:nvPr/>
        </p:nvSpPr>
        <p:spPr>
          <a:xfrm>
            <a:off x="3048000" y="3886200"/>
            <a:ext cx="76200" cy="431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1" name="S521"/>
          <p:cNvSpPr/>
          <p:nvPr/>
        </p:nvSpPr>
        <p:spPr>
          <a:xfrm>
            <a:off x="3149600" y="3657600"/>
            <a:ext cx="76200" cy="660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2" name="S522"/>
          <p:cNvSpPr/>
          <p:nvPr/>
        </p:nvSpPr>
        <p:spPr>
          <a:xfrm>
            <a:off x="3251200" y="3441700"/>
            <a:ext cx="76200" cy="876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3" name="S523"/>
          <p:cNvSpPr/>
          <p:nvPr/>
        </p:nvSpPr>
        <p:spPr>
          <a:xfrm>
            <a:off x="3352800" y="3390900"/>
            <a:ext cx="76200" cy="927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4" name="S524"/>
          <p:cNvSpPr/>
          <p:nvPr/>
        </p:nvSpPr>
        <p:spPr>
          <a:xfrm>
            <a:off x="3454400" y="3543300"/>
            <a:ext cx="76200" cy="774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5" name="S525"/>
          <p:cNvSpPr/>
          <p:nvPr/>
        </p:nvSpPr>
        <p:spPr>
          <a:xfrm>
            <a:off x="3556000" y="3771900"/>
            <a:ext cx="76200" cy="546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6" name="S526"/>
          <p:cNvSpPr/>
          <p:nvPr/>
        </p:nvSpPr>
        <p:spPr>
          <a:xfrm>
            <a:off x="3657600" y="3924300"/>
            <a:ext cx="76200" cy="393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7" name="S527"/>
          <p:cNvSpPr/>
          <p:nvPr/>
        </p:nvSpPr>
        <p:spPr>
          <a:xfrm>
            <a:off x="3759200" y="3886200"/>
            <a:ext cx="76200" cy="431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8" name="S528"/>
          <p:cNvSpPr/>
          <p:nvPr/>
        </p:nvSpPr>
        <p:spPr>
          <a:xfrm>
            <a:off x="3860800" y="3695700"/>
            <a:ext cx="76200" cy="622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9" name="S529"/>
          <p:cNvSpPr/>
          <p:nvPr/>
        </p:nvSpPr>
        <p:spPr>
          <a:xfrm>
            <a:off x="3962400" y="3505200"/>
            <a:ext cx="76200" cy="812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0" name="S530"/>
          <p:cNvSpPr/>
          <p:nvPr/>
        </p:nvSpPr>
        <p:spPr>
          <a:xfrm>
            <a:off x="4064000" y="3467100"/>
            <a:ext cx="76200" cy="850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1" name="S531"/>
          <p:cNvSpPr/>
          <p:nvPr/>
        </p:nvSpPr>
        <p:spPr>
          <a:xfrm>
            <a:off x="4165600" y="3594100"/>
            <a:ext cx="76200" cy="723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2" name="S532"/>
          <p:cNvSpPr/>
          <p:nvPr/>
        </p:nvSpPr>
        <p:spPr>
          <a:xfrm>
            <a:off x="4267200" y="3797300"/>
            <a:ext cx="76200" cy="520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3" name="S533"/>
          <p:cNvSpPr/>
          <p:nvPr/>
        </p:nvSpPr>
        <p:spPr>
          <a:xfrm>
            <a:off x="4368800" y="3898900"/>
            <a:ext cx="76200" cy="419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4" name="S534"/>
          <p:cNvSpPr/>
          <p:nvPr/>
        </p:nvSpPr>
        <p:spPr>
          <a:xfrm>
            <a:off x="4470400" y="3822700"/>
            <a:ext cx="76200" cy="495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5" name="S535"/>
          <p:cNvSpPr/>
          <p:nvPr/>
        </p:nvSpPr>
        <p:spPr>
          <a:xfrm>
            <a:off x="4572000" y="3619500"/>
            <a:ext cx="76200" cy="698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6" name="S536"/>
          <p:cNvSpPr/>
          <p:nvPr/>
        </p:nvSpPr>
        <p:spPr>
          <a:xfrm>
            <a:off x="4673600" y="3454400"/>
            <a:ext cx="76200" cy="863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7" name="S537"/>
          <p:cNvSpPr/>
          <p:nvPr/>
        </p:nvSpPr>
        <p:spPr>
          <a:xfrm>
            <a:off x="4775200" y="3441700"/>
            <a:ext cx="76200" cy="876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8" name="S538"/>
          <p:cNvSpPr/>
          <p:nvPr/>
        </p:nvSpPr>
        <p:spPr>
          <a:xfrm>
            <a:off x="4876800" y="3619500"/>
            <a:ext cx="76200" cy="698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39" name="S539"/>
          <p:cNvSpPr/>
          <p:nvPr/>
        </p:nvSpPr>
        <p:spPr>
          <a:xfrm>
            <a:off x="4978400" y="3848100"/>
            <a:ext cx="76200" cy="469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0" name="S540"/>
          <p:cNvSpPr/>
          <p:nvPr/>
        </p:nvSpPr>
        <p:spPr>
          <a:xfrm>
            <a:off x="5080000" y="3962400"/>
            <a:ext cx="76200" cy="355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1" name="S541"/>
          <p:cNvSpPr/>
          <p:nvPr/>
        </p:nvSpPr>
        <p:spPr>
          <a:xfrm>
            <a:off x="5181600" y="3886200"/>
            <a:ext cx="76200" cy="431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2" name="S542"/>
          <p:cNvSpPr/>
          <p:nvPr/>
        </p:nvSpPr>
        <p:spPr>
          <a:xfrm>
            <a:off x="5283200" y="3644900"/>
            <a:ext cx="76200" cy="673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3" name="S543"/>
          <p:cNvSpPr/>
          <p:nvPr/>
        </p:nvSpPr>
        <p:spPr>
          <a:xfrm>
            <a:off x="5384800" y="4216400"/>
            <a:ext cx="762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4" name="S544"/>
          <p:cNvSpPr/>
          <p:nvPr/>
        </p:nvSpPr>
        <p:spPr>
          <a:xfrm>
            <a:off x="54864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5" name="S545"/>
          <p:cNvSpPr/>
          <p:nvPr/>
        </p:nvSpPr>
        <p:spPr>
          <a:xfrm>
            <a:off x="55880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6" name="S546"/>
          <p:cNvSpPr/>
          <p:nvPr/>
        </p:nvSpPr>
        <p:spPr>
          <a:xfrm>
            <a:off x="5689600" y="4216400"/>
            <a:ext cx="762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7" name="S547"/>
          <p:cNvSpPr/>
          <p:nvPr/>
        </p:nvSpPr>
        <p:spPr>
          <a:xfrm>
            <a:off x="5791200" y="4229100"/>
            <a:ext cx="76200" cy="889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8" name="S548"/>
          <p:cNvSpPr/>
          <p:nvPr/>
        </p:nvSpPr>
        <p:spPr>
          <a:xfrm>
            <a:off x="5892800" y="4254500"/>
            <a:ext cx="76200" cy="635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49" name="S549"/>
          <p:cNvSpPr/>
          <p:nvPr/>
        </p:nvSpPr>
        <p:spPr>
          <a:xfrm>
            <a:off x="5994400" y="4267200"/>
            <a:ext cx="76200" cy="50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0" name="S550"/>
          <p:cNvSpPr/>
          <p:nvPr/>
        </p:nvSpPr>
        <p:spPr>
          <a:xfrm>
            <a:off x="6096000" y="4279900"/>
            <a:ext cx="76200" cy="381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1" name="S551"/>
          <p:cNvSpPr/>
          <p:nvPr/>
        </p:nvSpPr>
        <p:spPr>
          <a:xfrm>
            <a:off x="6197600" y="4267200"/>
            <a:ext cx="76200" cy="50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2" name="S552"/>
          <p:cNvSpPr/>
          <p:nvPr/>
        </p:nvSpPr>
        <p:spPr>
          <a:xfrm>
            <a:off x="6299200" y="4241800"/>
            <a:ext cx="76200" cy="76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3" name="S553"/>
          <p:cNvSpPr/>
          <p:nvPr/>
        </p:nvSpPr>
        <p:spPr>
          <a:xfrm>
            <a:off x="6400800" y="4216400"/>
            <a:ext cx="762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4" name="S554"/>
          <p:cNvSpPr/>
          <p:nvPr/>
        </p:nvSpPr>
        <p:spPr>
          <a:xfrm>
            <a:off x="65024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5" name="S555"/>
          <p:cNvSpPr/>
          <p:nvPr/>
        </p:nvSpPr>
        <p:spPr>
          <a:xfrm>
            <a:off x="6604000" y="4191000"/>
            <a:ext cx="76200" cy="127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6" name="S556"/>
          <p:cNvSpPr/>
          <p:nvPr/>
        </p:nvSpPr>
        <p:spPr>
          <a:xfrm>
            <a:off x="67056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7" name="S557"/>
          <p:cNvSpPr/>
          <p:nvPr/>
        </p:nvSpPr>
        <p:spPr>
          <a:xfrm>
            <a:off x="6807200" y="4216400"/>
            <a:ext cx="762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8" name="S558"/>
          <p:cNvSpPr/>
          <p:nvPr/>
        </p:nvSpPr>
        <p:spPr>
          <a:xfrm>
            <a:off x="6908800" y="3467100"/>
            <a:ext cx="76200" cy="850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59" name="S559"/>
          <p:cNvSpPr/>
          <p:nvPr/>
        </p:nvSpPr>
        <p:spPr>
          <a:xfrm>
            <a:off x="7010400" y="3352800"/>
            <a:ext cx="76200" cy="965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0" name="S560"/>
          <p:cNvSpPr/>
          <p:nvPr/>
        </p:nvSpPr>
        <p:spPr>
          <a:xfrm>
            <a:off x="7112000" y="3556000"/>
            <a:ext cx="76200" cy="762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1" name="S561"/>
          <p:cNvSpPr/>
          <p:nvPr/>
        </p:nvSpPr>
        <p:spPr>
          <a:xfrm>
            <a:off x="7213600" y="3822700"/>
            <a:ext cx="76200" cy="495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2" name="S562"/>
          <p:cNvSpPr/>
          <p:nvPr/>
        </p:nvSpPr>
        <p:spPr>
          <a:xfrm>
            <a:off x="7315200" y="3810000"/>
            <a:ext cx="76200" cy="50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3" name="S563"/>
          <p:cNvSpPr/>
          <p:nvPr/>
        </p:nvSpPr>
        <p:spPr>
          <a:xfrm>
            <a:off x="7416800" y="3517900"/>
            <a:ext cx="76200" cy="8001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4" name="S564"/>
          <p:cNvSpPr/>
          <p:nvPr/>
        </p:nvSpPr>
        <p:spPr>
          <a:xfrm>
            <a:off x="7518400" y="3302000"/>
            <a:ext cx="76200" cy="1016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5" name="S565"/>
          <p:cNvSpPr/>
          <p:nvPr/>
        </p:nvSpPr>
        <p:spPr>
          <a:xfrm>
            <a:off x="7620000" y="3403600"/>
            <a:ext cx="76200" cy="914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6" name="S566"/>
          <p:cNvSpPr/>
          <p:nvPr/>
        </p:nvSpPr>
        <p:spPr>
          <a:xfrm>
            <a:off x="7721600" y="3695700"/>
            <a:ext cx="76200" cy="622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7" name="S567"/>
          <p:cNvSpPr/>
          <p:nvPr/>
        </p:nvSpPr>
        <p:spPr>
          <a:xfrm>
            <a:off x="7823200" y="3797300"/>
            <a:ext cx="76200" cy="520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8" name="S568"/>
          <p:cNvSpPr/>
          <p:nvPr/>
        </p:nvSpPr>
        <p:spPr>
          <a:xfrm>
            <a:off x="7924800" y="3594100"/>
            <a:ext cx="76200" cy="723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69" name="S569"/>
          <p:cNvSpPr/>
          <p:nvPr/>
        </p:nvSpPr>
        <p:spPr>
          <a:xfrm>
            <a:off x="8026400" y="3365500"/>
            <a:ext cx="76200" cy="952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0" name="S570"/>
          <p:cNvSpPr/>
          <p:nvPr/>
        </p:nvSpPr>
        <p:spPr>
          <a:xfrm>
            <a:off x="8128000" y="3429000"/>
            <a:ext cx="76200" cy="889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1" name="S571"/>
          <p:cNvSpPr/>
          <p:nvPr/>
        </p:nvSpPr>
        <p:spPr>
          <a:xfrm>
            <a:off x="8229600" y="3708400"/>
            <a:ext cx="76200" cy="609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2" name="S572"/>
          <p:cNvSpPr/>
          <p:nvPr/>
        </p:nvSpPr>
        <p:spPr>
          <a:xfrm>
            <a:off x="8331200" y="3860800"/>
            <a:ext cx="76200" cy="457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3" name="S573"/>
          <p:cNvSpPr/>
          <p:nvPr/>
        </p:nvSpPr>
        <p:spPr>
          <a:xfrm>
            <a:off x="8432800" y="3670300"/>
            <a:ext cx="76200" cy="6477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4" name="S574"/>
          <p:cNvSpPr/>
          <p:nvPr/>
        </p:nvSpPr>
        <p:spPr>
          <a:xfrm>
            <a:off x="8534400" y="3365500"/>
            <a:ext cx="76200" cy="952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5" name="S575"/>
          <p:cNvSpPr/>
          <p:nvPr/>
        </p:nvSpPr>
        <p:spPr>
          <a:xfrm>
            <a:off x="8636000" y="3314700"/>
            <a:ext cx="76200" cy="1003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6" name="S576"/>
          <p:cNvSpPr/>
          <p:nvPr/>
        </p:nvSpPr>
        <p:spPr>
          <a:xfrm>
            <a:off x="8737600" y="3556000"/>
            <a:ext cx="76200" cy="762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7" name="S577"/>
          <p:cNvSpPr/>
          <p:nvPr/>
        </p:nvSpPr>
        <p:spPr>
          <a:xfrm>
            <a:off x="8839200" y="3784600"/>
            <a:ext cx="76200" cy="533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8" name="S578"/>
          <p:cNvSpPr/>
          <p:nvPr/>
        </p:nvSpPr>
        <p:spPr>
          <a:xfrm>
            <a:off x="8940800" y="3721100"/>
            <a:ext cx="76200" cy="5969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9" name="S579"/>
          <p:cNvSpPr/>
          <p:nvPr/>
        </p:nvSpPr>
        <p:spPr>
          <a:xfrm>
            <a:off x="9042400" y="3454400"/>
            <a:ext cx="76200" cy="863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0" name="S580"/>
          <p:cNvSpPr/>
          <p:nvPr/>
        </p:nvSpPr>
        <p:spPr>
          <a:xfrm>
            <a:off x="9144000" y="3352800"/>
            <a:ext cx="76200" cy="9652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1" name="S581"/>
          <p:cNvSpPr/>
          <p:nvPr/>
        </p:nvSpPr>
        <p:spPr>
          <a:xfrm>
            <a:off x="9245600" y="3568700"/>
            <a:ext cx="76200" cy="749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2" name="S582"/>
          <p:cNvSpPr/>
          <p:nvPr/>
        </p:nvSpPr>
        <p:spPr>
          <a:xfrm>
            <a:off x="9347200" y="3822700"/>
            <a:ext cx="76200" cy="4953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3" name="S583"/>
          <p:cNvSpPr/>
          <p:nvPr/>
        </p:nvSpPr>
        <p:spPr>
          <a:xfrm>
            <a:off x="9448800" y="4254500"/>
            <a:ext cx="76200" cy="635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4" name="S584"/>
          <p:cNvSpPr/>
          <p:nvPr/>
        </p:nvSpPr>
        <p:spPr>
          <a:xfrm>
            <a:off x="9550400" y="4229100"/>
            <a:ext cx="76200" cy="889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5" name="S585"/>
          <p:cNvSpPr/>
          <p:nvPr/>
        </p:nvSpPr>
        <p:spPr>
          <a:xfrm>
            <a:off x="96520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6" name="S586"/>
          <p:cNvSpPr/>
          <p:nvPr/>
        </p:nvSpPr>
        <p:spPr>
          <a:xfrm>
            <a:off x="9753600" y="4191000"/>
            <a:ext cx="76200" cy="127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7" name="S587"/>
          <p:cNvSpPr/>
          <p:nvPr/>
        </p:nvSpPr>
        <p:spPr>
          <a:xfrm>
            <a:off x="98552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8" name="S588"/>
          <p:cNvSpPr/>
          <p:nvPr/>
        </p:nvSpPr>
        <p:spPr>
          <a:xfrm>
            <a:off x="9956800" y="4216400"/>
            <a:ext cx="762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9" name="S589"/>
          <p:cNvSpPr/>
          <p:nvPr/>
        </p:nvSpPr>
        <p:spPr>
          <a:xfrm>
            <a:off x="10058400" y="4241800"/>
            <a:ext cx="76200" cy="76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90" name="S590"/>
          <p:cNvSpPr/>
          <p:nvPr/>
        </p:nvSpPr>
        <p:spPr>
          <a:xfrm>
            <a:off x="10160000" y="4254500"/>
            <a:ext cx="76200" cy="635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91" name="S591"/>
          <p:cNvSpPr/>
          <p:nvPr/>
        </p:nvSpPr>
        <p:spPr>
          <a:xfrm>
            <a:off x="10261600" y="4279900"/>
            <a:ext cx="76200" cy="381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92" name="S592"/>
          <p:cNvSpPr/>
          <p:nvPr/>
        </p:nvSpPr>
        <p:spPr>
          <a:xfrm>
            <a:off x="10363200" y="4279900"/>
            <a:ext cx="76200" cy="381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93" name="S593"/>
          <p:cNvSpPr/>
          <p:nvPr/>
        </p:nvSpPr>
        <p:spPr>
          <a:xfrm>
            <a:off x="10464800" y="4267200"/>
            <a:ext cx="76200" cy="50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94" name="S594"/>
          <p:cNvSpPr/>
          <p:nvPr/>
        </p:nvSpPr>
        <p:spPr>
          <a:xfrm>
            <a:off x="10566400" y="4241800"/>
            <a:ext cx="76200" cy="76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95" name="S595"/>
          <p:cNvSpPr/>
          <p:nvPr/>
        </p:nvSpPr>
        <p:spPr>
          <a:xfrm>
            <a:off x="10668000" y="4216400"/>
            <a:ext cx="762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96" name="S596"/>
          <p:cNvSpPr/>
          <p:nvPr/>
        </p:nvSpPr>
        <p:spPr>
          <a:xfrm>
            <a:off x="107696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97" name="S597"/>
          <p:cNvSpPr/>
          <p:nvPr/>
        </p:nvSpPr>
        <p:spPr>
          <a:xfrm>
            <a:off x="10871200" y="4191000"/>
            <a:ext cx="76200" cy="127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98" name="S598"/>
          <p:cNvSpPr/>
          <p:nvPr/>
        </p:nvSpPr>
        <p:spPr>
          <a:xfrm>
            <a:off x="10972800" y="4203700"/>
            <a:ext cx="76200" cy="1143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99" name="S599"/>
          <p:cNvSpPr/>
          <p:nvPr/>
        </p:nvSpPr>
        <p:spPr>
          <a:xfrm>
            <a:off x="11074400" y="4229100"/>
            <a:ext cx="76200" cy="889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00" name="S700"/>
          <p:cNvSpPr/>
          <p:nvPr/>
        </p:nvSpPr>
        <p:spPr>
          <a:xfrm>
            <a:off x="1016000" y="4064000"/>
            <a:ext cx="10160000" cy="254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701" name="S701"/>
          <p:cNvSpPr/>
          <p:nvPr/>
        </p:nvSpPr>
        <p:spPr>
          <a:xfrm>
            <a:off x="11176000" y="39624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b="1" dirty="0">
                <a:solidFill>
                  <a:srgbClr val="E63946"/>
                </a:solidFill>
                <a:latin typeface="Consolas"/>
              </a:rPr>
              <a:t>thr</a:t>
            </a:r>
          </a:p>
        </p:txBody>
      </p:sp>
      <p:sp>
        <p:nvSpPr>
          <p:cNvPr id="720" name="S720"/>
          <p:cNvSpPr/>
          <p:nvPr/>
        </p:nvSpPr>
        <p:spPr>
          <a:xfrm>
            <a:off x="1016000" y="4572000"/>
            <a:ext cx="10160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b="1" dirty="0">
                <a:solidFill>
                  <a:srgbClr val="264653"/>
                </a:solidFill>
                <a:latin typeface="Consolas"/>
              </a:rPr>
              <a:t>VAD =</a:t>
            </a:r>
          </a:p>
        </p:txBody>
      </p:sp>
      <p:sp>
        <p:nvSpPr>
          <p:cNvPr id="730" name="S730"/>
          <p:cNvSpPr/>
          <p:nvPr/>
        </p:nvSpPr>
        <p:spPr>
          <a:xfrm>
            <a:off x="1016000" y="4889500"/>
            <a:ext cx="1778000" cy="330200"/>
          </a:xfrm>
          <a:prstGeom prst="roundRect">
            <a:avLst/>
          </a:prstGeom>
          <a:solidFill>
            <a:srgbClr val="F4F4F0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6C757D"/>
                </a:solidFill>
                <a:latin typeface="Consolas"/>
              </a:rPr>
              <a:t>silence</a:t>
            </a:r>
          </a:p>
        </p:txBody>
      </p:sp>
      <p:sp>
        <p:nvSpPr>
          <p:cNvPr id="731" name="S731"/>
          <p:cNvSpPr/>
          <p:nvPr/>
        </p:nvSpPr>
        <p:spPr>
          <a:xfrm>
            <a:off x="2794000" y="4889500"/>
            <a:ext cx="2540000" cy="3302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FFFFFF"/>
                </a:solidFill>
                <a:latin typeface="Consolas"/>
              </a:rPr>
              <a:t>VOICE</a:t>
            </a:r>
          </a:p>
        </p:txBody>
      </p:sp>
      <p:sp>
        <p:nvSpPr>
          <p:cNvPr id="732" name="S732"/>
          <p:cNvSpPr/>
          <p:nvPr/>
        </p:nvSpPr>
        <p:spPr>
          <a:xfrm>
            <a:off x="5334000" y="4889500"/>
            <a:ext cx="1778000" cy="330200"/>
          </a:xfrm>
          <a:prstGeom prst="roundRect">
            <a:avLst/>
          </a:prstGeom>
          <a:solidFill>
            <a:srgbClr val="F4F4F0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6C757D"/>
                </a:solidFill>
                <a:latin typeface="Consolas"/>
              </a:rPr>
              <a:t>silence</a:t>
            </a:r>
          </a:p>
        </p:txBody>
      </p:sp>
      <p:sp>
        <p:nvSpPr>
          <p:cNvPr id="733" name="S733"/>
          <p:cNvSpPr/>
          <p:nvPr/>
        </p:nvSpPr>
        <p:spPr>
          <a:xfrm>
            <a:off x="7112000" y="4889500"/>
            <a:ext cx="2540000" cy="3302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FFFFFF"/>
                </a:solidFill>
                <a:latin typeface="Consolas"/>
              </a:rPr>
              <a:t>VOICE</a:t>
            </a:r>
          </a:p>
        </p:txBody>
      </p:sp>
      <p:sp>
        <p:nvSpPr>
          <p:cNvPr id="734" name="S734"/>
          <p:cNvSpPr/>
          <p:nvPr/>
        </p:nvSpPr>
        <p:spPr>
          <a:xfrm>
            <a:off x="9652000" y="4889500"/>
            <a:ext cx="1524000" cy="330200"/>
          </a:xfrm>
          <a:prstGeom prst="roundRect">
            <a:avLst/>
          </a:prstGeom>
          <a:solidFill>
            <a:srgbClr val="F4F4F0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200" b="1" dirty="0">
                <a:solidFill>
                  <a:srgbClr val="6C757D"/>
                </a:solidFill>
                <a:latin typeface="Consolas"/>
              </a:rPr>
              <a:t>silence</a:t>
            </a:r>
          </a:p>
        </p:txBody>
      </p:sp>
      <p:sp>
        <p:nvSpPr>
          <p:cNvPr id="750" name="S750"/>
          <p:cNvSpPr/>
          <p:nvPr/>
        </p:nvSpPr>
        <p:spPr>
          <a:xfrm>
            <a:off x="1016000" y="5270500"/>
            <a:ext cx="10160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000" dirty="0">
                <a:solidFill>
                  <a:srgbClr val="6C757D"/>
                </a:solidFill>
                <a:latin typeface="Consolas"/>
              </a:rPr>
              <a:t>0s              1s              2s              3s              4s              5s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5842000"/>
            <a:ext cx="10668000" cy="762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952500" y="59690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// 2 medidas + decisão — barato, sem ML</a:t>
            </a:r>
          </a:p>
        </p:txBody>
      </p:sp>
      <p:sp>
        <p:nvSpPr>
          <p:cNvPr id="902" name="S902"/>
          <p:cNvSpPr/>
          <p:nvPr/>
        </p:nvSpPr>
        <p:spPr>
          <a:xfrm>
            <a:off x="952500" y="6248400"/>
            <a:ext cx="10287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200" dirty="0">
                <a:solidFill>
                  <a:srgbClr val="E5E5E0"/>
                </a:solidFill>
                <a:latin typeface="Consolas"/>
              </a:rPr>
              <a:t>dsps_rms_f32(low_band, N, &amp;e_low); dsps_rms_f32(high_band, N, &amp;e_high); voice = (e_high/e_low &gt; 1.8f);</a:t>
            </a:r>
          </a:p>
        </p:txBody>
      </p:sp>
    </p:spTree>
    <p:extLst>
      <p:ext uri="{BB962C8B-B14F-4D97-AF65-F5344CB8AC3E}">
        <p14:creationId xmlns:p14="http://schemas.microsoft.com/office/powerpoint/2010/main" val="7728476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000" b="1" dirty="0">
                <a:solidFill>
                  <a:srgbClr val="1A2332"/>
                </a:solidFill>
              </a:rPr>
              <a:t>Debug DSP — sem osciloscópio, sem MATLAB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a esp-dsp tem dsps_view() — plota arrays no Serial Monitor em ASCII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4064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952500" y="1841500"/>
            <a:ext cx="4826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500" b="1" dirty="0">
                <a:solidFill>
                  <a:srgbClr val="264653"/>
                </a:solidFill>
              </a:rPr>
              <a:t>chamada simples</a:t>
            </a:r>
          </a:p>
        </p:txBody>
      </p:sp>
      <p:sp>
        <p:nvSpPr>
          <p:cNvPr id="390" name="S390"/>
          <p:cNvSpPr/>
          <p:nvPr/>
        </p:nvSpPr>
        <p:spPr>
          <a:xfrm>
            <a:off x="952500" y="22860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  <a:latin typeface="Consolas"/>
              </a:rPr>
              <a:t>// gera senoide 250 Hz @ 8 kHz</a:t>
            </a:r>
          </a:p>
        </p:txBody>
      </p:sp>
      <p:sp>
        <p:nvSpPr>
          <p:cNvPr id="408" name="S408"/>
          <p:cNvSpPr/>
          <p:nvPr/>
        </p:nvSpPr>
        <p:spPr>
          <a:xfrm>
            <a:off x="952500" y="25146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float x[256];</a:t>
            </a:r>
          </a:p>
        </p:txBody>
      </p:sp>
      <p:sp>
        <p:nvSpPr>
          <p:cNvPr id="426" name="S426"/>
          <p:cNvSpPr/>
          <p:nvPr/>
        </p:nvSpPr>
        <p:spPr>
          <a:xfrm>
            <a:off x="952500" y="27432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63946"/>
                </a:solidFill>
                <a:latin typeface="Consolas"/>
              </a:rPr>
              <a:t>dsps_tone_gen_f32(</a:t>
            </a:r>
          </a:p>
        </p:txBody>
      </p:sp>
      <p:sp>
        <p:nvSpPr>
          <p:cNvPr id="444" name="S444"/>
          <p:cNvSpPr/>
          <p:nvPr/>
        </p:nvSpPr>
        <p:spPr>
          <a:xfrm>
            <a:off x="952500" y="29718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   x, 256, 1.0f,</a:t>
            </a:r>
          </a:p>
        </p:txBody>
      </p:sp>
      <p:sp>
        <p:nvSpPr>
          <p:cNvPr id="462" name="S462"/>
          <p:cNvSpPr/>
          <p:nvPr/>
        </p:nvSpPr>
        <p:spPr>
          <a:xfrm>
            <a:off x="952500" y="32004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   250.0/8000.0, 0);</a:t>
            </a:r>
          </a:p>
        </p:txBody>
      </p:sp>
      <p:sp>
        <p:nvSpPr>
          <p:cNvPr id="486" name="S486"/>
          <p:cNvSpPr/>
          <p:nvPr/>
        </p:nvSpPr>
        <p:spPr>
          <a:xfrm>
            <a:off x="952500" y="35052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  <a:latin typeface="Consolas"/>
              </a:rPr>
              <a:t>// imprime no Serial:</a:t>
            </a:r>
          </a:p>
        </p:txBody>
      </p:sp>
      <p:sp>
        <p:nvSpPr>
          <p:cNvPr id="504" name="S504"/>
          <p:cNvSpPr/>
          <p:nvPr/>
        </p:nvSpPr>
        <p:spPr>
          <a:xfrm>
            <a:off x="952500" y="37338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  <a:latin typeface="Consolas"/>
              </a:rPr>
              <a:t>// dados, len, largura, altura,</a:t>
            </a:r>
          </a:p>
        </p:txBody>
      </p:sp>
      <p:sp>
        <p:nvSpPr>
          <p:cNvPr id="522" name="S522"/>
          <p:cNvSpPr/>
          <p:nvPr/>
        </p:nvSpPr>
        <p:spPr>
          <a:xfrm>
            <a:off x="952500" y="39624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6C7A89"/>
                </a:solidFill>
                <a:latin typeface="Consolas"/>
              </a:rPr>
              <a:t>// y_min, y_max, char</a:t>
            </a:r>
          </a:p>
        </p:txBody>
      </p:sp>
      <p:sp>
        <p:nvSpPr>
          <p:cNvPr id="540" name="S540"/>
          <p:cNvSpPr/>
          <p:nvPr/>
        </p:nvSpPr>
        <p:spPr>
          <a:xfrm>
            <a:off x="952500" y="41910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E63946"/>
                </a:solidFill>
                <a:latin typeface="Consolas"/>
              </a:rPr>
              <a:t>dsps_view(x, 64,</a:t>
            </a:r>
          </a:p>
        </p:txBody>
      </p:sp>
      <p:sp>
        <p:nvSpPr>
          <p:cNvPr id="558" name="S558"/>
          <p:cNvSpPr/>
          <p:nvPr/>
        </p:nvSpPr>
        <p:spPr>
          <a:xfrm>
            <a:off x="952500" y="44196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          64, 16,</a:t>
            </a:r>
          </a:p>
        </p:txBody>
      </p:sp>
      <p:sp>
        <p:nvSpPr>
          <p:cNvPr id="576" name="S576"/>
          <p:cNvSpPr/>
          <p:nvPr/>
        </p:nvSpPr>
        <p:spPr>
          <a:xfrm>
            <a:off x="952500" y="4648200"/>
            <a:ext cx="4826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dirty="0">
                <a:solidFill>
                  <a:srgbClr val="264653"/>
                </a:solidFill>
                <a:latin typeface="Consolas"/>
              </a:rPr>
              <a:t>         -1, 1, '*');</a:t>
            </a:r>
          </a:p>
        </p:txBody>
      </p:sp>
      <p:sp>
        <p:nvSpPr>
          <p:cNvPr id="500" name="S500"/>
          <p:cNvSpPr/>
          <p:nvPr/>
        </p:nvSpPr>
        <p:spPr>
          <a:xfrm>
            <a:off x="6223000" y="1651000"/>
            <a:ext cx="5207000" cy="4064000"/>
          </a:xfrm>
          <a:prstGeom prst="round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6413500" y="1778000"/>
            <a:ext cx="2540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b="1" dirty="0">
                <a:solidFill>
                  <a:srgbClr val="2A9D8F"/>
                </a:solidFill>
                <a:latin typeface="Consolas"/>
              </a:rPr>
              <a:t>💻  Serial Monitor</a:t>
            </a:r>
          </a:p>
        </p:txBody>
      </p:sp>
      <p:sp>
        <p:nvSpPr>
          <p:cNvPr id="502" name="S502"/>
          <p:cNvSpPr/>
          <p:nvPr/>
        </p:nvSpPr>
        <p:spPr>
          <a:xfrm>
            <a:off x="8826500" y="1778000"/>
            <a:ext cx="24765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>
              <a:buNone/>
            </a:pPr>
            <a:r>
              <a:rPr lang="pt-BR" sz="1100" dirty="0">
                <a:solidFill>
                  <a:srgbClr val="6C7A89"/>
                </a:solidFill>
                <a:latin typeface="Consolas"/>
              </a:rPr>
              <a:t>115200 baud · COM3</a:t>
            </a:r>
          </a:p>
        </p:txBody>
      </p:sp>
      <p:sp>
        <p:nvSpPr>
          <p:cNvPr id="678" name="S678"/>
          <p:cNvSpPr/>
          <p:nvPr/>
        </p:nvSpPr>
        <p:spPr>
          <a:xfrm>
            <a:off x="6413500" y="21336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I (1234) DSP: View 64 samples</a:t>
            </a:r>
          </a:p>
        </p:txBody>
      </p:sp>
      <p:sp>
        <p:nvSpPr>
          <p:cNvPr id="692" name="S692"/>
          <p:cNvSpPr/>
          <p:nvPr/>
        </p:nvSpPr>
        <p:spPr>
          <a:xfrm>
            <a:off x="6413500" y="23114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                                  </a:t>
            </a:r>
          </a:p>
        </p:txBody>
      </p:sp>
      <p:sp>
        <p:nvSpPr>
          <p:cNvPr id="706" name="S706"/>
          <p:cNvSpPr/>
          <p:nvPr/>
        </p:nvSpPr>
        <p:spPr>
          <a:xfrm>
            <a:off x="6413500" y="24892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  ▁▃▅▇█▇▅▃▁                    </a:t>
            </a:r>
          </a:p>
        </p:txBody>
      </p:sp>
      <p:sp>
        <p:nvSpPr>
          <p:cNvPr id="720" name="S720"/>
          <p:cNvSpPr/>
          <p:nvPr/>
        </p:nvSpPr>
        <p:spPr>
          <a:xfrm>
            <a:off x="6413500" y="26670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▁▃         ▃▁                    </a:t>
            </a:r>
          </a:p>
        </p:txBody>
      </p:sp>
      <p:sp>
        <p:nvSpPr>
          <p:cNvPr id="734" name="S734"/>
          <p:cNvSpPr/>
          <p:nvPr/>
        </p:nvSpPr>
        <p:spPr>
          <a:xfrm>
            <a:off x="6413500" y="28448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▔▔▔▔▔▔▔▔▔▔▔▔▔▔▔▔▔▔▔▔▔▔▔▔▔▔▔</a:t>
            </a:r>
          </a:p>
        </p:txBody>
      </p:sp>
      <p:sp>
        <p:nvSpPr>
          <p:cNvPr id="748" name="S748"/>
          <p:cNvSpPr/>
          <p:nvPr/>
        </p:nvSpPr>
        <p:spPr>
          <a:xfrm>
            <a:off x="6413500" y="30226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             ▃▁          ▁▃    </a:t>
            </a:r>
          </a:p>
        </p:txBody>
      </p:sp>
      <p:sp>
        <p:nvSpPr>
          <p:cNvPr id="762" name="S762"/>
          <p:cNvSpPr/>
          <p:nvPr/>
        </p:nvSpPr>
        <p:spPr>
          <a:xfrm>
            <a:off x="6413500" y="32004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               ▁▃▅▇█▇▅▃▁       </a:t>
            </a:r>
          </a:p>
        </p:txBody>
      </p:sp>
      <p:sp>
        <p:nvSpPr>
          <p:cNvPr id="776" name="S776"/>
          <p:cNvSpPr/>
          <p:nvPr/>
        </p:nvSpPr>
        <p:spPr>
          <a:xfrm>
            <a:off x="6413500" y="33782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                                  </a:t>
            </a:r>
          </a:p>
        </p:txBody>
      </p:sp>
      <p:sp>
        <p:nvSpPr>
          <p:cNvPr id="790" name="S790"/>
          <p:cNvSpPr/>
          <p:nvPr/>
        </p:nvSpPr>
        <p:spPr>
          <a:xfrm>
            <a:off x="6413500" y="35560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I (1289) DSP: peak=+1.000  rms=0.707</a:t>
            </a:r>
          </a:p>
        </p:txBody>
      </p:sp>
      <p:sp>
        <p:nvSpPr>
          <p:cNvPr id="804" name="S804"/>
          <p:cNvSpPr/>
          <p:nvPr/>
        </p:nvSpPr>
        <p:spPr>
          <a:xfrm>
            <a:off x="6413500" y="37338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I (1289) DSP: zero-crossings = 4</a:t>
            </a:r>
          </a:p>
        </p:txBody>
      </p:sp>
      <p:sp>
        <p:nvSpPr>
          <p:cNvPr id="818" name="S818"/>
          <p:cNvSpPr/>
          <p:nvPr/>
        </p:nvSpPr>
        <p:spPr>
          <a:xfrm>
            <a:off x="6413500" y="3911600"/>
            <a:ext cx="48260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100" dirty="0">
                <a:solidFill>
                  <a:srgbClr val="E5E5E0"/>
                </a:solidFill>
                <a:latin typeface="Consolas"/>
              </a:rPr>
              <a:t>I (1289) DSP: dt = 312 µs</a:t>
            </a:r>
          </a:p>
        </p:txBody>
      </p:sp>
      <p:sp>
        <p:nvSpPr>
          <p:cNvPr id="900" name="S900"/>
          <p:cNvSpPr/>
          <p:nvPr/>
        </p:nvSpPr>
        <p:spPr>
          <a:xfrm>
            <a:off x="762000" y="5969000"/>
            <a:ext cx="3429000" cy="6350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S901"/>
          <p:cNvSpPr/>
          <p:nvPr/>
        </p:nvSpPr>
        <p:spPr>
          <a:xfrm>
            <a:off x="762000" y="5969000"/>
            <a:ext cx="3429000" cy="508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2" name="S902"/>
          <p:cNvSpPr/>
          <p:nvPr/>
        </p:nvSpPr>
        <p:spPr>
          <a:xfrm>
            <a:off x="914400" y="60706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b="1" dirty="0">
                <a:solidFill>
                  <a:srgbClr val="E63946"/>
                </a:solidFill>
                <a:latin typeface="Consolas"/>
              </a:rPr>
              <a:t>dsps_view</a:t>
            </a:r>
          </a:p>
        </p:txBody>
      </p:sp>
      <p:sp>
        <p:nvSpPr>
          <p:cNvPr id="903" name="S903"/>
          <p:cNvSpPr/>
          <p:nvPr/>
        </p:nvSpPr>
        <p:spPr>
          <a:xfrm>
            <a:off x="914400" y="6350000"/>
            <a:ext cx="3175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200" dirty="0">
                <a:solidFill>
                  <a:srgbClr val="264653"/>
                </a:solidFill>
              </a:rPr>
              <a:t>plota array em ASCII</a:t>
            </a:r>
          </a:p>
        </p:txBody>
      </p:sp>
      <p:sp>
        <p:nvSpPr>
          <p:cNvPr id="905" name="S905"/>
          <p:cNvSpPr/>
          <p:nvPr/>
        </p:nvSpPr>
        <p:spPr>
          <a:xfrm>
            <a:off x="4318000" y="5969000"/>
            <a:ext cx="3429000" cy="6350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6" name="S906"/>
          <p:cNvSpPr/>
          <p:nvPr/>
        </p:nvSpPr>
        <p:spPr>
          <a:xfrm>
            <a:off x="4318000" y="5969000"/>
            <a:ext cx="3429000" cy="508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7" name="S907"/>
          <p:cNvSpPr/>
          <p:nvPr/>
        </p:nvSpPr>
        <p:spPr>
          <a:xfrm>
            <a:off x="4470400" y="60706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b="1" dirty="0">
                <a:solidFill>
                  <a:srgbClr val="F4A261"/>
                </a:solidFill>
                <a:latin typeface="Consolas"/>
              </a:rPr>
              <a:t>dsps_view_spectrum</a:t>
            </a:r>
          </a:p>
        </p:txBody>
      </p:sp>
      <p:sp>
        <p:nvSpPr>
          <p:cNvPr id="908" name="S908"/>
          <p:cNvSpPr/>
          <p:nvPr/>
        </p:nvSpPr>
        <p:spPr>
          <a:xfrm>
            <a:off x="4470400" y="6350000"/>
            <a:ext cx="3175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200" dirty="0">
                <a:solidFill>
                  <a:srgbClr val="264653"/>
                </a:solidFill>
              </a:rPr>
              <a:t>plota magnitudes da FFT</a:t>
            </a:r>
          </a:p>
        </p:txBody>
      </p:sp>
      <p:sp>
        <p:nvSpPr>
          <p:cNvPr id="910" name="S910"/>
          <p:cNvSpPr/>
          <p:nvPr/>
        </p:nvSpPr>
        <p:spPr>
          <a:xfrm>
            <a:off x="7874000" y="5969000"/>
            <a:ext cx="3429000" cy="635000"/>
          </a:xfrm>
          <a:prstGeom prst="roundRect">
            <a:avLst/>
          </a:prstGeom>
          <a:solidFill>
            <a:srgbClr val="FCEAD0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11" name="S911"/>
          <p:cNvSpPr/>
          <p:nvPr/>
        </p:nvSpPr>
        <p:spPr>
          <a:xfrm>
            <a:off x="7874000" y="5969000"/>
            <a:ext cx="3429000" cy="50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12" name="S912"/>
          <p:cNvSpPr/>
          <p:nvPr/>
        </p:nvSpPr>
        <p:spPr>
          <a:xfrm>
            <a:off x="8026400" y="60706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400" b="1" dirty="0">
                <a:solidFill>
                  <a:srgbClr val="2A9D8F"/>
                </a:solidFill>
                <a:latin typeface="Consolas"/>
              </a:rPr>
              <a:t>dsps_d_gen_f32 / s_gen</a:t>
            </a:r>
          </a:p>
        </p:txBody>
      </p:sp>
      <p:sp>
        <p:nvSpPr>
          <p:cNvPr id="913" name="S913"/>
          <p:cNvSpPr/>
          <p:nvPr/>
        </p:nvSpPr>
        <p:spPr>
          <a:xfrm>
            <a:off x="8026400" y="6350000"/>
            <a:ext cx="3175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200" dirty="0">
                <a:solidFill>
                  <a:srgbClr val="264653"/>
                </a:solidFill>
              </a:rPr>
              <a:t>gera impulso/degrau p/ teste</a:t>
            </a:r>
          </a:p>
        </p:txBody>
      </p:sp>
    </p:spTree>
    <p:extLst>
      <p:ext uri="{BB962C8B-B14F-4D97-AF65-F5344CB8AC3E}">
        <p14:creationId xmlns:p14="http://schemas.microsoft.com/office/powerpoint/2010/main" val="16927795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200" b="1" dirty="0">
                <a:solidFill>
                  <a:srgbClr val="1A2332"/>
                </a:solidFill>
              </a:rPr>
              <a:t>Takeaways  •  o que levar deste workshop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6 ideias práticas para começar a usar esp-dsp em projetos reais hoje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3429000" cy="101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762000" y="1752600"/>
            <a:ext cx="3429000" cy="2222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2" name="S202"/>
          <p:cNvSpPr/>
          <p:nvPr/>
        </p:nvSpPr>
        <p:spPr>
          <a:xfrm>
            <a:off x="952500" y="1879600"/>
            <a:ext cx="762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600" b="1" dirty="0">
                <a:solidFill>
                  <a:srgbClr val="E63946"/>
                </a:solidFill>
                <a:latin typeface="Aptos Display"/>
              </a:rPr>
              <a:t>01</a:t>
            </a:r>
          </a:p>
        </p:txBody>
      </p:sp>
      <p:sp>
        <p:nvSpPr>
          <p:cNvPr id="203" name="S203"/>
          <p:cNvSpPr/>
          <p:nvPr/>
        </p:nvSpPr>
        <p:spPr>
          <a:xfrm>
            <a:off x="952500" y="25654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64653"/>
                </a:solidFill>
              </a:rPr>
              <a:t>Use a API</a:t>
            </a:r>
          </a:p>
        </p:txBody>
      </p:sp>
      <p:sp>
        <p:nvSpPr>
          <p:cNvPr id="204" name="S204"/>
          <p:cNvSpPr/>
          <p:nvPr/>
        </p:nvSpPr>
        <p:spPr>
          <a:xfrm>
            <a:off x="952500" y="2946400"/>
            <a:ext cx="3048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</a:rPr>
              <a:t>dsps_fir, dsps_biquad, dsps_fft2r — uma chamada substitui dezenas de linhas de C.</a:t>
            </a:r>
          </a:p>
        </p:txBody>
      </p:sp>
      <p:sp>
        <p:nvSpPr>
          <p:cNvPr id="210" name="S210"/>
          <p:cNvSpPr/>
          <p:nvPr/>
        </p:nvSpPr>
        <p:spPr>
          <a:xfrm>
            <a:off x="4318000" y="1651000"/>
            <a:ext cx="34290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1" name="S211"/>
          <p:cNvSpPr/>
          <p:nvPr/>
        </p:nvSpPr>
        <p:spPr>
          <a:xfrm>
            <a:off x="4318000" y="1752600"/>
            <a:ext cx="3429000" cy="2222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2" name="S212"/>
          <p:cNvSpPr/>
          <p:nvPr/>
        </p:nvSpPr>
        <p:spPr>
          <a:xfrm>
            <a:off x="4508500" y="1879600"/>
            <a:ext cx="762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600" b="1" dirty="0">
                <a:solidFill>
                  <a:srgbClr val="F4A261"/>
                </a:solidFill>
                <a:latin typeface="Aptos Display"/>
              </a:rPr>
              <a:t>02</a:t>
            </a:r>
          </a:p>
        </p:txBody>
      </p:sp>
      <p:sp>
        <p:nvSpPr>
          <p:cNvPr id="213" name="S213"/>
          <p:cNvSpPr/>
          <p:nvPr/>
        </p:nvSpPr>
        <p:spPr>
          <a:xfrm>
            <a:off x="4508500" y="25654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64653"/>
                </a:solidFill>
              </a:rPr>
              <a:t>_ae32 sempre que possível</a:t>
            </a:r>
          </a:p>
        </p:txBody>
      </p:sp>
      <p:sp>
        <p:nvSpPr>
          <p:cNvPr id="214" name="S214"/>
          <p:cNvSpPr/>
          <p:nvPr/>
        </p:nvSpPr>
        <p:spPr>
          <a:xfrm>
            <a:off x="4508500" y="2946400"/>
            <a:ext cx="3048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</a:rPr>
              <a:t>3-4× mais rápido que _ansi com a mesma assinatura — só funciona em Xtensa.</a:t>
            </a:r>
          </a:p>
        </p:txBody>
      </p:sp>
      <p:sp>
        <p:nvSpPr>
          <p:cNvPr id="220" name="S220"/>
          <p:cNvSpPr/>
          <p:nvPr/>
        </p:nvSpPr>
        <p:spPr>
          <a:xfrm>
            <a:off x="7874000" y="1651000"/>
            <a:ext cx="3429000" cy="10160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1" name="S221"/>
          <p:cNvSpPr/>
          <p:nvPr/>
        </p:nvSpPr>
        <p:spPr>
          <a:xfrm>
            <a:off x="7874000" y="1752600"/>
            <a:ext cx="3429000" cy="2222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2" name="S222"/>
          <p:cNvSpPr/>
          <p:nvPr/>
        </p:nvSpPr>
        <p:spPr>
          <a:xfrm>
            <a:off x="8064500" y="1879600"/>
            <a:ext cx="762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600" b="1" dirty="0">
                <a:solidFill>
                  <a:srgbClr val="E9C46A"/>
                </a:solidFill>
                <a:latin typeface="Aptos Display"/>
              </a:rPr>
              <a:t>03</a:t>
            </a:r>
          </a:p>
        </p:txBody>
      </p:sp>
      <p:sp>
        <p:nvSpPr>
          <p:cNvPr id="223" name="S223"/>
          <p:cNvSpPr/>
          <p:nvPr/>
        </p:nvSpPr>
        <p:spPr>
          <a:xfrm>
            <a:off x="8064500" y="25654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64653"/>
                </a:solidFill>
              </a:rPr>
              <a:t>DF2T para IIR</a:t>
            </a:r>
          </a:p>
        </p:txBody>
      </p:sp>
      <p:sp>
        <p:nvSpPr>
          <p:cNvPr id="224" name="S224"/>
          <p:cNvSpPr/>
          <p:nvPr/>
        </p:nvSpPr>
        <p:spPr>
          <a:xfrm>
            <a:off x="8064500" y="2946400"/>
            <a:ext cx="3048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</a:rPr>
              <a:t>biquads em cascata: estável, eficiente, fácil de reconfigurar coeficientes em runtime.</a:t>
            </a:r>
          </a:p>
        </p:txBody>
      </p:sp>
      <p:sp>
        <p:nvSpPr>
          <p:cNvPr id="230" name="S230"/>
          <p:cNvSpPr/>
          <p:nvPr/>
        </p:nvSpPr>
        <p:spPr>
          <a:xfrm>
            <a:off x="762000" y="4191000"/>
            <a:ext cx="3429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1" name="S231"/>
          <p:cNvSpPr/>
          <p:nvPr/>
        </p:nvSpPr>
        <p:spPr>
          <a:xfrm>
            <a:off x="762000" y="4292600"/>
            <a:ext cx="3429000" cy="2222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32" name="S232"/>
          <p:cNvSpPr/>
          <p:nvPr/>
        </p:nvSpPr>
        <p:spPr>
          <a:xfrm>
            <a:off x="952500" y="4419600"/>
            <a:ext cx="762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600" b="1" dirty="0">
                <a:solidFill>
                  <a:srgbClr val="2A9D8F"/>
                </a:solidFill>
                <a:latin typeface="Aptos Display"/>
              </a:rPr>
              <a:t>04</a:t>
            </a:r>
          </a:p>
        </p:txBody>
      </p:sp>
      <p:sp>
        <p:nvSpPr>
          <p:cNvPr id="233" name="S233"/>
          <p:cNvSpPr/>
          <p:nvPr/>
        </p:nvSpPr>
        <p:spPr>
          <a:xfrm>
            <a:off x="952500" y="51054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64653"/>
                </a:solidFill>
              </a:rPr>
              <a:t>Janela antes da FFT</a:t>
            </a:r>
          </a:p>
        </p:txBody>
      </p:sp>
      <p:sp>
        <p:nvSpPr>
          <p:cNvPr id="234" name="S234"/>
          <p:cNvSpPr/>
          <p:nvPr/>
        </p:nvSpPr>
        <p:spPr>
          <a:xfrm>
            <a:off x="952500" y="5486400"/>
            <a:ext cx="3048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</a:rPr>
              <a:t>sempre. Hann ou Blackman. Reduz leakage e melhora a leitura do espectro.</a:t>
            </a:r>
          </a:p>
        </p:txBody>
      </p:sp>
      <p:sp>
        <p:nvSpPr>
          <p:cNvPr id="240" name="S240"/>
          <p:cNvSpPr/>
          <p:nvPr/>
        </p:nvSpPr>
        <p:spPr>
          <a:xfrm>
            <a:off x="4318000" y="4191000"/>
            <a:ext cx="3429000" cy="1016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41" name="S241"/>
          <p:cNvSpPr/>
          <p:nvPr/>
        </p:nvSpPr>
        <p:spPr>
          <a:xfrm>
            <a:off x="4318000" y="4292600"/>
            <a:ext cx="3429000" cy="2222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42" name="S242"/>
          <p:cNvSpPr/>
          <p:nvPr/>
        </p:nvSpPr>
        <p:spPr>
          <a:xfrm>
            <a:off x="4508500" y="4419600"/>
            <a:ext cx="762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600" b="1" dirty="0">
                <a:solidFill>
                  <a:srgbClr val="264653"/>
                </a:solidFill>
                <a:latin typeface="Aptos Display"/>
              </a:rPr>
              <a:t>05</a:t>
            </a:r>
          </a:p>
        </p:txBody>
      </p:sp>
      <p:sp>
        <p:nvSpPr>
          <p:cNvPr id="243" name="S243"/>
          <p:cNvSpPr/>
          <p:nvPr/>
        </p:nvSpPr>
        <p:spPr>
          <a:xfrm>
            <a:off x="4508500" y="51054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64653"/>
                </a:solidFill>
              </a:rPr>
              <a:t>ADC + DMA + Queue</a:t>
            </a:r>
          </a:p>
        </p:txBody>
      </p:sp>
      <p:sp>
        <p:nvSpPr>
          <p:cNvPr id="244" name="S244"/>
          <p:cNvSpPr/>
          <p:nvPr/>
        </p:nvSpPr>
        <p:spPr>
          <a:xfrm>
            <a:off x="4508500" y="5486400"/>
            <a:ext cx="3048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</a:rPr>
              <a:t>deixe o hardware encher o buffer; sua task DSP só processa quando recebe sinal.</a:t>
            </a:r>
          </a:p>
        </p:txBody>
      </p:sp>
      <p:sp>
        <p:nvSpPr>
          <p:cNvPr id="250" name="S250"/>
          <p:cNvSpPr/>
          <p:nvPr/>
        </p:nvSpPr>
        <p:spPr>
          <a:xfrm>
            <a:off x="7874000" y="4191000"/>
            <a:ext cx="3429000" cy="1016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51" name="S251"/>
          <p:cNvSpPr/>
          <p:nvPr/>
        </p:nvSpPr>
        <p:spPr>
          <a:xfrm>
            <a:off x="7874000" y="4292600"/>
            <a:ext cx="3429000" cy="2222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52" name="S252"/>
          <p:cNvSpPr/>
          <p:nvPr/>
        </p:nvSpPr>
        <p:spPr>
          <a:xfrm>
            <a:off x="8064500" y="4419600"/>
            <a:ext cx="762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600" b="1" dirty="0">
                <a:solidFill>
                  <a:srgbClr val="6C757D"/>
                </a:solidFill>
                <a:latin typeface="Aptos Display"/>
              </a:rPr>
              <a:t>06</a:t>
            </a:r>
          </a:p>
        </p:txBody>
      </p:sp>
      <p:sp>
        <p:nvSpPr>
          <p:cNvPr id="253" name="S253"/>
          <p:cNvSpPr/>
          <p:nvPr/>
        </p:nvSpPr>
        <p:spPr>
          <a:xfrm>
            <a:off x="8064500" y="5105400"/>
            <a:ext cx="304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b="1" dirty="0">
                <a:solidFill>
                  <a:srgbClr val="264653"/>
                </a:solidFill>
              </a:rPr>
              <a:t>Pin task no core 1</a:t>
            </a:r>
          </a:p>
        </p:txBody>
      </p:sp>
      <p:sp>
        <p:nvSpPr>
          <p:cNvPr id="254" name="S254"/>
          <p:cNvSpPr/>
          <p:nvPr/>
        </p:nvSpPr>
        <p:spPr>
          <a:xfrm>
            <a:off x="8064500" y="5486400"/>
            <a:ext cx="3048000" cy="1016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</a:rPr>
              <a:t>DSP determinístico no APP_CPU; WiFi/BLE no PRO_CPU. Sem jitter.</a:t>
            </a:r>
          </a:p>
        </p:txBody>
      </p:sp>
    </p:spTree>
    <p:extLst>
      <p:ext uri="{BB962C8B-B14F-4D97-AF65-F5344CB8AC3E}">
        <p14:creationId xmlns:p14="http://schemas.microsoft.com/office/powerpoint/2010/main" val="6316241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762000" y="381000"/>
            <a:ext cx="106680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3200" b="1" dirty="0">
                <a:solidFill>
                  <a:srgbClr val="1A2332"/>
                </a:solidFill>
              </a:rPr>
              <a:t>Recursos &amp; próximos passos</a:t>
            </a:r>
          </a:p>
        </p:txBody>
      </p:sp>
      <p:sp>
        <p:nvSpPr>
          <p:cNvPr id="101" name="S101"/>
          <p:cNvSpPr/>
          <p:nvPr/>
        </p:nvSpPr>
        <p:spPr>
          <a:xfrm>
            <a:off x="762000" y="1016000"/>
            <a:ext cx="10668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700" dirty="0">
                <a:solidFill>
                  <a:srgbClr val="6C757D"/>
                </a:solidFill>
              </a:rPr>
              <a:t>para ir além — links, exemplos e ferramentas que vão acelerar você</a:t>
            </a:r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5207000" cy="1016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1" name="S201"/>
          <p:cNvSpPr/>
          <p:nvPr/>
        </p:nvSpPr>
        <p:spPr>
          <a:xfrm>
            <a:off x="762000" y="1752600"/>
            <a:ext cx="5207000" cy="2222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02" name="S202"/>
          <p:cNvSpPr/>
          <p:nvPr/>
        </p:nvSpPr>
        <p:spPr>
          <a:xfrm>
            <a:off x="952500" y="1905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b="1" dirty="0">
                <a:solidFill>
                  <a:srgbClr val="E63946"/>
                </a:solidFill>
              </a:rPr>
              <a:t>📦  Documentação oficial</a:t>
            </a:r>
          </a:p>
        </p:txBody>
      </p:sp>
      <p:sp>
        <p:nvSpPr>
          <p:cNvPr id="210" name="S210"/>
          <p:cNvSpPr/>
          <p:nvPr/>
        </p:nvSpPr>
        <p:spPr>
          <a:xfrm>
            <a:off x="1079500" y="23876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github.com/espressif/esp-dsp</a:t>
            </a:r>
          </a:p>
        </p:txBody>
      </p:sp>
      <p:sp>
        <p:nvSpPr>
          <p:cNvPr id="211" name="S211"/>
          <p:cNvSpPr/>
          <p:nvPr/>
        </p:nvSpPr>
        <p:spPr>
          <a:xfrm>
            <a:off x="1079500" y="27178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docs.espressif.com → ESP-DSP</a:t>
            </a:r>
          </a:p>
        </p:txBody>
      </p:sp>
      <p:sp>
        <p:nvSpPr>
          <p:cNvPr id="212" name="S212"/>
          <p:cNvSpPr/>
          <p:nvPr/>
        </p:nvSpPr>
        <p:spPr>
          <a:xfrm>
            <a:off x="1079500" y="30480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API reference completa</a:t>
            </a:r>
          </a:p>
        </p:txBody>
      </p:sp>
      <p:sp>
        <p:nvSpPr>
          <p:cNvPr id="213" name="S213"/>
          <p:cNvSpPr/>
          <p:nvPr/>
        </p:nvSpPr>
        <p:spPr>
          <a:xfrm>
            <a:off x="1079500" y="33782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exemplos prontos: /examples</a:t>
            </a:r>
          </a:p>
        </p:txBody>
      </p:sp>
      <p:sp>
        <p:nvSpPr>
          <p:cNvPr id="220" name="S220"/>
          <p:cNvSpPr/>
          <p:nvPr/>
        </p:nvSpPr>
        <p:spPr>
          <a:xfrm>
            <a:off x="6096000" y="1651000"/>
            <a:ext cx="5207000" cy="10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1" name="S221"/>
          <p:cNvSpPr/>
          <p:nvPr/>
        </p:nvSpPr>
        <p:spPr>
          <a:xfrm>
            <a:off x="6096000" y="1752600"/>
            <a:ext cx="5207000" cy="2222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22" name="S222"/>
          <p:cNvSpPr/>
          <p:nvPr/>
        </p:nvSpPr>
        <p:spPr>
          <a:xfrm>
            <a:off x="6286500" y="1905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b="1" dirty="0">
                <a:solidFill>
                  <a:srgbClr val="F4A261"/>
                </a:solidFill>
              </a:rPr>
              <a:t>🛠  Ferramentas de design</a:t>
            </a:r>
          </a:p>
        </p:txBody>
      </p:sp>
      <p:sp>
        <p:nvSpPr>
          <p:cNvPr id="230" name="S230"/>
          <p:cNvSpPr/>
          <p:nvPr/>
        </p:nvSpPr>
        <p:spPr>
          <a:xfrm>
            <a:off x="6413500" y="23876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scipy.signal.firwin (Python)</a:t>
            </a:r>
          </a:p>
        </p:txBody>
      </p:sp>
      <p:sp>
        <p:nvSpPr>
          <p:cNvPr id="231" name="S231"/>
          <p:cNvSpPr/>
          <p:nvPr/>
        </p:nvSpPr>
        <p:spPr>
          <a:xfrm>
            <a:off x="6413500" y="27178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scipy.signal.butter (Biquad)</a:t>
            </a:r>
          </a:p>
        </p:txBody>
      </p:sp>
      <p:sp>
        <p:nvSpPr>
          <p:cNvPr id="232" name="S232"/>
          <p:cNvSpPr/>
          <p:nvPr/>
        </p:nvSpPr>
        <p:spPr>
          <a:xfrm>
            <a:off x="6413500" y="30480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matlab fdatool (alternativa)</a:t>
            </a:r>
          </a:p>
        </p:txBody>
      </p:sp>
      <p:sp>
        <p:nvSpPr>
          <p:cNvPr id="233" name="S233"/>
          <p:cNvSpPr/>
          <p:nvPr/>
        </p:nvSpPr>
        <p:spPr>
          <a:xfrm>
            <a:off x="6413500" y="33782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iir.js / fir.js (online)</a:t>
            </a:r>
          </a:p>
        </p:txBody>
      </p:sp>
      <p:sp>
        <p:nvSpPr>
          <p:cNvPr id="240" name="S240"/>
          <p:cNvSpPr/>
          <p:nvPr/>
        </p:nvSpPr>
        <p:spPr>
          <a:xfrm>
            <a:off x="762000" y="4191000"/>
            <a:ext cx="5207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41" name="S241"/>
          <p:cNvSpPr/>
          <p:nvPr/>
        </p:nvSpPr>
        <p:spPr>
          <a:xfrm>
            <a:off x="762000" y="4292600"/>
            <a:ext cx="5207000" cy="2222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42" name="S242"/>
          <p:cNvSpPr/>
          <p:nvPr/>
        </p:nvSpPr>
        <p:spPr>
          <a:xfrm>
            <a:off x="952500" y="4445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b="1" dirty="0">
                <a:solidFill>
                  <a:srgbClr val="2A9D8F"/>
                </a:solidFill>
              </a:rPr>
              <a:t>🎯  Próximos tópicos</a:t>
            </a:r>
          </a:p>
        </p:txBody>
      </p:sp>
      <p:sp>
        <p:nvSpPr>
          <p:cNvPr id="250" name="S250"/>
          <p:cNvSpPr/>
          <p:nvPr/>
        </p:nvSpPr>
        <p:spPr>
          <a:xfrm>
            <a:off x="1079500" y="49276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I2S + INMP441 microfone</a:t>
            </a:r>
          </a:p>
        </p:txBody>
      </p:sp>
      <p:sp>
        <p:nvSpPr>
          <p:cNvPr id="251" name="S251"/>
          <p:cNvSpPr/>
          <p:nvPr/>
        </p:nvSpPr>
        <p:spPr>
          <a:xfrm>
            <a:off x="1079500" y="52578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ESP32-S3 vector instructions</a:t>
            </a:r>
          </a:p>
        </p:txBody>
      </p:sp>
      <p:sp>
        <p:nvSpPr>
          <p:cNvPr id="252" name="S252"/>
          <p:cNvSpPr/>
          <p:nvPr/>
        </p:nvSpPr>
        <p:spPr>
          <a:xfrm>
            <a:off x="1079500" y="55880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TinyML + esp-dsp pipeline</a:t>
            </a:r>
          </a:p>
        </p:txBody>
      </p:sp>
      <p:sp>
        <p:nvSpPr>
          <p:cNvPr id="253" name="S253"/>
          <p:cNvSpPr/>
          <p:nvPr/>
        </p:nvSpPr>
        <p:spPr>
          <a:xfrm>
            <a:off x="1079500" y="59182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Real-time MFCC + audio classify</a:t>
            </a:r>
          </a:p>
        </p:txBody>
      </p:sp>
      <p:sp>
        <p:nvSpPr>
          <p:cNvPr id="260" name="S260"/>
          <p:cNvSpPr/>
          <p:nvPr/>
        </p:nvSpPr>
        <p:spPr>
          <a:xfrm>
            <a:off x="6096000" y="4191000"/>
            <a:ext cx="5207000" cy="101600"/>
          </a:xfrm>
          <a:prstGeom prst="rect">
            <a:avLst/>
          </a:prstGeom>
          <a:solidFill>
            <a:srgbClr val="264653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61" name="S261"/>
          <p:cNvSpPr/>
          <p:nvPr/>
        </p:nvSpPr>
        <p:spPr>
          <a:xfrm>
            <a:off x="6096000" y="4292600"/>
            <a:ext cx="5207000" cy="22225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5E5E0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62" name="S262"/>
          <p:cNvSpPr/>
          <p:nvPr/>
        </p:nvSpPr>
        <p:spPr>
          <a:xfrm>
            <a:off x="6286500" y="4445000"/>
            <a:ext cx="4826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900" b="1" dirty="0">
                <a:solidFill>
                  <a:srgbClr val="264653"/>
                </a:solidFill>
              </a:rPr>
              <a:t>💬  Comunidade</a:t>
            </a:r>
          </a:p>
        </p:txBody>
      </p:sp>
      <p:sp>
        <p:nvSpPr>
          <p:cNvPr id="270" name="S270"/>
          <p:cNvSpPr/>
          <p:nvPr/>
        </p:nvSpPr>
        <p:spPr>
          <a:xfrm>
            <a:off x="6413500" y="49276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esp32.com / forum</a:t>
            </a:r>
          </a:p>
        </p:txBody>
      </p:sp>
      <p:sp>
        <p:nvSpPr>
          <p:cNvPr id="271" name="S271"/>
          <p:cNvSpPr/>
          <p:nvPr/>
        </p:nvSpPr>
        <p:spPr>
          <a:xfrm>
            <a:off x="6413500" y="52578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Espressif Developer Portal</a:t>
            </a:r>
          </a:p>
        </p:txBody>
      </p:sp>
      <p:sp>
        <p:nvSpPr>
          <p:cNvPr id="272" name="S272"/>
          <p:cNvSpPr/>
          <p:nvPr/>
        </p:nvSpPr>
        <p:spPr>
          <a:xfrm>
            <a:off x="6413500" y="55880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stackoverflow #esp-idf</a:t>
            </a:r>
          </a:p>
        </p:txBody>
      </p:sp>
      <p:sp>
        <p:nvSpPr>
          <p:cNvPr id="273" name="S273"/>
          <p:cNvSpPr/>
          <p:nvPr/>
        </p:nvSpPr>
        <p:spPr>
          <a:xfrm>
            <a:off x="6413500" y="5918200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264653"/>
                </a:solidFill>
                <a:latin typeface="Consolas"/>
              </a:rPr>
              <a:t>▸  discord ESP32 community</a:t>
            </a:r>
          </a:p>
        </p:txBody>
      </p:sp>
    </p:spTree>
    <p:extLst>
      <p:ext uri="{BB962C8B-B14F-4D97-AF65-F5344CB8AC3E}">
        <p14:creationId xmlns:p14="http://schemas.microsoft.com/office/powerpoint/2010/main" val="27971178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01" name="S101"/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00" name="S200"/>
          <p:cNvSpPr/>
          <p:nvPr/>
        </p:nvSpPr>
        <p:spPr>
          <a:xfrm>
            <a:off x="762000" y="1651000"/>
            <a:ext cx="10668000" cy="1397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8800" b="1" dirty="0">
                <a:solidFill>
                  <a:srgbClr val="FAFAF7"/>
                </a:solidFill>
                <a:latin typeface="Aptos Display"/>
              </a:rPr>
              <a:t>obrigado.</a:t>
            </a:r>
          </a:p>
        </p:txBody>
      </p:sp>
      <p:sp>
        <p:nvSpPr>
          <p:cNvPr id="300" name="S300"/>
          <p:cNvSpPr/>
          <p:nvPr/>
        </p:nvSpPr>
        <p:spPr>
          <a:xfrm>
            <a:off x="762000" y="31115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2400" dirty="0">
                <a:solidFill>
                  <a:srgbClr val="F4A261"/>
                </a:solidFill>
              </a:rPr>
              <a:t>agora é sua vez de processar sinais.</a:t>
            </a:r>
          </a:p>
        </p:txBody>
      </p:sp>
      <p:sp>
        <p:nvSpPr>
          <p:cNvPr id="400" name="S400"/>
          <p:cNvSpPr/>
          <p:nvPr/>
        </p:nvSpPr>
        <p:spPr>
          <a:xfrm>
            <a:off x="762000" y="4064000"/>
            <a:ext cx="2794000" cy="7620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FFFFFF"/>
                </a:solidFill>
              </a:rPr>
              <a:t>⚡  esp-dsp@^1.3</a:t>
            </a:r>
          </a:p>
        </p:txBody>
      </p:sp>
      <p:sp>
        <p:nvSpPr>
          <p:cNvPr id="405" name="S405"/>
          <p:cNvSpPr/>
          <p:nvPr/>
        </p:nvSpPr>
        <p:spPr>
          <a:xfrm>
            <a:off x="3810000" y="4064000"/>
            <a:ext cx="2794000" cy="762000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FFFFFF"/>
                </a:solidFill>
              </a:rPr>
              <a:t>💻  ESP32 / IDF v5+</a:t>
            </a:r>
          </a:p>
        </p:txBody>
      </p:sp>
      <p:sp>
        <p:nvSpPr>
          <p:cNvPr id="410" name="S410"/>
          <p:cNvSpPr/>
          <p:nvPr/>
        </p:nvSpPr>
        <p:spPr>
          <a:xfrm>
            <a:off x="6858000" y="4064000"/>
            <a:ext cx="2794000" cy="76200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pt-BR" sz="1700" b="1" dirty="0">
                <a:solidFill>
                  <a:srgbClr val="FFFFFF"/>
                </a:solidFill>
              </a:rPr>
              <a:t>🎯  DSP em tempo real</a:t>
            </a:r>
          </a:p>
        </p:txBody>
      </p:sp>
      <p:sp>
        <p:nvSpPr>
          <p:cNvPr id="500" name="S500"/>
          <p:cNvSpPr/>
          <p:nvPr/>
        </p:nvSpPr>
        <p:spPr>
          <a:xfrm>
            <a:off x="762000" y="5048250"/>
            <a:ext cx="381000" cy="127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1" name="S501"/>
          <p:cNvSpPr/>
          <p:nvPr/>
        </p:nvSpPr>
        <p:spPr>
          <a:xfrm>
            <a:off x="1244600" y="5048250"/>
            <a:ext cx="381000" cy="228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2" name="S502"/>
          <p:cNvSpPr/>
          <p:nvPr/>
        </p:nvSpPr>
        <p:spPr>
          <a:xfrm>
            <a:off x="1727200" y="5048250"/>
            <a:ext cx="381000" cy="317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3" name="S503"/>
          <p:cNvSpPr/>
          <p:nvPr/>
        </p:nvSpPr>
        <p:spPr>
          <a:xfrm>
            <a:off x="2209800" y="5048250"/>
            <a:ext cx="3810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4" name="S504"/>
          <p:cNvSpPr/>
          <p:nvPr/>
        </p:nvSpPr>
        <p:spPr>
          <a:xfrm>
            <a:off x="2692400" y="5048250"/>
            <a:ext cx="381000" cy="635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5" name="S505"/>
          <p:cNvSpPr/>
          <p:nvPr/>
        </p:nvSpPr>
        <p:spPr>
          <a:xfrm>
            <a:off x="3175000" y="5048250"/>
            <a:ext cx="381000" cy="444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6" name="S506"/>
          <p:cNvSpPr/>
          <p:nvPr/>
        </p:nvSpPr>
        <p:spPr>
          <a:xfrm>
            <a:off x="3657600" y="5048250"/>
            <a:ext cx="381000" cy="190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7" name="S507"/>
          <p:cNvSpPr/>
          <p:nvPr/>
        </p:nvSpPr>
        <p:spPr>
          <a:xfrm>
            <a:off x="4140200" y="5048250"/>
            <a:ext cx="381000" cy="952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8" name="S508"/>
          <p:cNvSpPr/>
          <p:nvPr/>
        </p:nvSpPr>
        <p:spPr>
          <a:xfrm>
            <a:off x="4622800" y="5048250"/>
            <a:ext cx="381000" cy="1143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9" name="S509"/>
          <p:cNvSpPr/>
          <p:nvPr/>
        </p:nvSpPr>
        <p:spPr>
          <a:xfrm>
            <a:off x="5105400" y="5048250"/>
            <a:ext cx="381000" cy="762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0" name="S510"/>
          <p:cNvSpPr/>
          <p:nvPr/>
        </p:nvSpPr>
        <p:spPr>
          <a:xfrm>
            <a:off x="5588000" y="5048250"/>
            <a:ext cx="381000" cy="444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1" name="S511"/>
          <p:cNvSpPr/>
          <p:nvPr/>
        </p:nvSpPr>
        <p:spPr>
          <a:xfrm>
            <a:off x="6070600" y="5048250"/>
            <a:ext cx="381000" cy="254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2" name="S512"/>
          <p:cNvSpPr/>
          <p:nvPr/>
        </p:nvSpPr>
        <p:spPr>
          <a:xfrm>
            <a:off x="6553200" y="5048250"/>
            <a:ext cx="381000" cy="152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3" name="S513"/>
          <p:cNvSpPr/>
          <p:nvPr/>
        </p:nvSpPr>
        <p:spPr>
          <a:xfrm>
            <a:off x="7035800" y="5048250"/>
            <a:ext cx="381000" cy="609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4" name="S514"/>
          <p:cNvSpPr/>
          <p:nvPr/>
        </p:nvSpPr>
        <p:spPr>
          <a:xfrm>
            <a:off x="7518400" y="5048250"/>
            <a:ext cx="381000" cy="825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5" name="S515"/>
          <p:cNvSpPr/>
          <p:nvPr/>
        </p:nvSpPr>
        <p:spPr>
          <a:xfrm>
            <a:off x="8001000" y="5048250"/>
            <a:ext cx="381000" cy="508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6" name="S516"/>
          <p:cNvSpPr/>
          <p:nvPr/>
        </p:nvSpPr>
        <p:spPr>
          <a:xfrm>
            <a:off x="8483600" y="5048250"/>
            <a:ext cx="381000" cy="2794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7" name="S517"/>
          <p:cNvSpPr/>
          <p:nvPr/>
        </p:nvSpPr>
        <p:spPr>
          <a:xfrm>
            <a:off x="8966200" y="5048250"/>
            <a:ext cx="381000" cy="1778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8" name="S518"/>
          <p:cNvSpPr/>
          <p:nvPr/>
        </p:nvSpPr>
        <p:spPr>
          <a:xfrm>
            <a:off x="9448800" y="5048250"/>
            <a:ext cx="381000" cy="101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9" name="S519"/>
          <p:cNvSpPr/>
          <p:nvPr/>
        </p:nvSpPr>
        <p:spPr>
          <a:xfrm>
            <a:off x="9931400" y="5048250"/>
            <a:ext cx="381000" cy="2540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0" name="S520"/>
          <p:cNvSpPr/>
          <p:nvPr/>
        </p:nvSpPr>
        <p:spPr>
          <a:xfrm>
            <a:off x="10414000" y="5048250"/>
            <a:ext cx="381000" cy="4445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21" name="S521"/>
          <p:cNvSpPr/>
          <p:nvPr/>
        </p:nvSpPr>
        <p:spPr>
          <a:xfrm>
            <a:off x="10896600" y="5048250"/>
            <a:ext cx="381000" cy="35560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0" name="S900"/>
          <p:cNvSpPr/>
          <p:nvPr/>
        </p:nvSpPr>
        <p:spPr>
          <a:xfrm>
            <a:off x="444500" y="6384925"/>
            <a:ext cx="10668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pt-BR" sz="1300" dirty="0">
                <a:solidFill>
                  <a:srgbClr val="6C7A89"/>
                </a:solidFill>
                <a:latin typeface="Consolas"/>
              </a:rPr>
              <a:t>github.com/espressif/esp-dsp  ·  release v1.3.0  ·  workshop deck</a:t>
            </a:r>
          </a:p>
        </p:txBody>
      </p:sp>
    </p:spTree>
    <p:extLst>
      <p:ext uri="{BB962C8B-B14F-4D97-AF65-F5344CB8AC3E}">
        <p14:creationId xmlns:p14="http://schemas.microsoft.com/office/powerpoint/2010/main" val="8049988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[1778355220715]">
  <a:themeElements>
    <a:clrScheme name="ESP32 DSP Dark">
      <a:dk1>
        <a:srgbClr val="1A2332"/>
      </a:dk1>
      <a:lt1>
        <a:srgbClr val="FAFAF7"/>
      </a:lt1>
      <a:dk2>
        <a:srgbClr val="264653"/>
      </a:dk2>
      <a:lt2>
        <a:srgbClr val="F1ECE3"/>
      </a:lt2>
      <a:accent1>
        <a:srgbClr val="E63946"/>
      </a:accent1>
      <a:accent2>
        <a:srgbClr val="F4A261"/>
      </a:accent2>
      <a:accent3>
        <a:srgbClr val="2A9D8F"/>
      </a:accent3>
      <a:accent4>
        <a:srgbClr val="264653"/>
      </a:accent4>
      <a:accent5>
        <a:srgbClr val="E9C46A"/>
      </a:accent5>
      <a:accent6>
        <a:srgbClr val="6C757D"/>
      </a:accent6>
      <a:hlink>
        <a:srgbClr val="467886"/>
      </a:hlink>
      <a:folHlink>
        <a:srgbClr val="96607D"/>
      </a:folHlink>
    </a:clrScheme>
    <a:fontScheme name="ESP32 DSP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84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E4D88B-E0A0-43B1-AF24-8ACFAB4DA353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022c7de7-7121-496d-8d9e-f24ed4add73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2304</TotalTime>
  <Words>6134</Words>
  <Application>Microsoft Office PowerPoint</Application>
  <PresentationFormat>Widescreen</PresentationFormat>
  <Paragraphs>948</Paragraphs>
  <Slides>45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45</vt:i4>
      </vt:variant>
    </vt:vector>
  </HeadingPairs>
  <TitlesOfParts>
    <vt:vector size="50" baseType="lpstr">
      <vt:lpstr>Aptos</vt:lpstr>
      <vt:lpstr>Aptos Display</vt:lpstr>
      <vt:lpstr>Arial</vt:lpstr>
      <vt:lpstr>Consolas</vt:lpstr>
      <vt:lpstr>Tema do Office [1778355220715]</vt:lpstr>
      <vt:lpstr>WORKSHOP TÉCNICO • DSP EMBARCADO ESP-DSP em ação Processamento Digital de Sinais na ESP32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Josué Morais</dc:creator>
  <cp:lastModifiedBy>Josué Silva de Morais</cp:lastModifiedBy>
  <cp:revision>5</cp:revision>
  <dcterms:created xsi:type="dcterms:W3CDTF">2026-04-06T22:20:13Z</dcterms:created>
  <dcterms:modified xsi:type="dcterms:W3CDTF">2026-05-09T22:18:31Z</dcterms:modified>
</cp:coreProperties>
</file>